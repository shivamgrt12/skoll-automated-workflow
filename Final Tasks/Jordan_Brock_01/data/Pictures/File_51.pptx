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Change after engagement</c:v>
                </c:pt>
              </c:strCache>
            </c:strRef>
          </c:tx>
          <c:spPr>
            <a:solidFill>
              <a:srgbClr val="A8D08D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Concerns raised</c:v>
                </c:pt>
                <c:pt idx="1">
                  <c:v>Decision speed</c:v>
                </c:pt>
                <c:pt idx="2">
                  <c:v>Engagement</c:v>
                </c:pt>
                <c:pt idx="3">
                  <c:v>Voluntary reporting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</c:v>
                </c:pt>
                <c:pt idx="1">
                  <c:v>18</c:v>
                </c:pt>
                <c:pt idx="2">
                  <c:v>22</c:v>
                </c:pt>
                <c:pt idx="3">
                  <c:v>41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ED6-46B0-91FD-10D1E128F8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solidFill>
      <a:schemeClr val="bg1"/>
    </a:solidFill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4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Brock Leadership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918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A8D08D"/>
                </a:solidFill>
                <a:latin typeface="Calibri"/>
              </a:rPr>
              <a:t>Leadership development that treats psychological safety as a measurable 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9377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EEF4EF"/>
                </a:solidFill>
                <a:latin typeface="Calibri"/>
              </a:rPr>
              <a:t>Capabilities overview  .  Dr. Jordan Brock, PhD, PCC</a:t>
            </a:r>
          </a:p>
        </p:txBody>
      </p:sp>
    </p:spTree>
  </p:cSld>
  <p:clrMapOvr>
    <a:masterClrMapping/>
  </p:clrMapOvr>
  <p:transition spd="med">
    <p:spli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4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we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166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166360" cy="109728"/>
          </a:xfrm>
          <a:prstGeom prst="rect">
            <a:avLst/>
          </a:prstGeom>
          <a:solidFill>
            <a:srgbClr val="2E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E4D34"/>
                </a:solidFill>
                <a:latin typeface="Calibri"/>
              </a:rPr>
              <a:t>Executive coaching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82B"/>
                </a:solidFill>
                <a:latin typeface="Calibri"/>
              </a:rPr>
              <a:t>One on one with senior leaders at the PCC 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463040"/>
            <a:ext cx="5166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1463040"/>
            <a:ext cx="5166360" cy="109728"/>
          </a:xfrm>
          <a:prstGeom prst="rect">
            <a:avLst/>
          </a:prstGeom>
          <a:solidFill>
            <a:srgbClr val="2E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73736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E4D34"/>
                </a:solidFill>
                <a:latin typeface="Calibri"/>
              </a:rPr>
              <a:t>Team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82B"/>
                </a:solidFill>
                <a:latin typeface="Calibri"/>
              </a:rPr>
              <a:t>Hogan profiles and a team safety diagnostic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03320"/>
            <a:ext cx="5166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703320"/>
            <a:ext cx="5166360" cy="109728"/>
          </a:xfrm>
          <a:prstGeom prst="rect">
            <a:avLst/>
          </a:prstGeom>
          <a:solidFill>
            <a:srgbClr val="2E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E4D34"/>
                </a:solidFill>
                <a:latin typeface="Calibri"/>
              </a:rPr>
              <a:t>Workshop series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1772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82B"/>
                </a:solidFill>
                <a:latin typeface="Calibri"/>
              </a:rPr>
              <a:t>Facilitated sessions on candor and decisions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703320"/>
            <a:ext cx="5166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3703320"/>
            <a:ext cx="5166360" cy="109728"/>
          </a:xfrm>
          <a:prstGeom prst="rect">
            <a:avLst/>
          </a:prstGeom>
          <a:solidFill>
            <a:srgbClr val="2E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3977639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E4D34"/>
                </a:solidFill>
                <a:latin typeface="Calibri"/>
              </a:rPr>
              <a:t>Culture transformation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617720"/>
            <a:ext cx="4663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82B"/>
                </a:solidFill>
                <a:latin typeface="Calibri"/>
              </a:rPr>
              <a:t>Multi month programs tied to business outcomes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2E6B49"/>
                </a:solidFill>
                <a:latin typeface="Calibri"/>
              </a:rPr>
              <a:t>Brock Leadership Group  .  capabilities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E6B4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6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How an engagement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3520440" cy="4023360"/>
          </a:xfrm>
          <a:prstGeom prst="rect">
            <a:avLst/>
          </a:prstGeom>
          <a:solidFill>
            <a:srgbClr val="EEF4EF"/>
          </a:solidFill>
          <a:ln w="12700">
            <a:solidFill>
              <a:srgbClr val="D5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520440" cy="822960"/>
          </a:xfrm>
          <a:prstGeom prst="rect">
            <a:avLst/>
          </a:prstGeom>
          <a:solidFill>
            <a:srgbClr val="1E4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01   Assess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82B"/>
                </a:solidFill>
                <a:latin typeface="Calibri"/>
              </a:rPr>
              <a:t>Instruments and interviews build a shared, evidence based picture.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2272" y="1554480"/>
            <a:ext cx="3520440" cy="4023360"/>
          </a:xfrm>
          <a:prstGeom prst="rect">
            <a:avLst/>
          </a:prstGeom>
          <a:solidFill>
            <a:srgbClr val="EEF4EF"/>
          </a:solidFill>
          <a:ln w="12700">
            <a:solidFill>
              <a:srgbClr val="D5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62272" y="1554480"/>
            <a:ext cx="3520440" cy="822960"/>
          </a:xfrm>
          <a:prstGeom prst="rect">
            <a:avLst/>
          </a:prstGeom>
          <a:solidFill>
            <a:srgbClr val="1E4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1554480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02   Develop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560320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82B"/>
                </a:solidFill>
                <a:latin typeface="Calibri"/>
              </a:rPr>
              <a:t>Facilitated practice on the few behaviors that move the result.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3" y="1554480"/>
            <a:ext cx="3520440" cy="4023360"/>
          </a:xfrm>
          <a:prstGeom prst="rect">
            <a:avLst/>
          </a:prstGeom>
          <a:solidFill>
            <a:srgbClr val="EEF4EF"/>
          </a:solidFill>
          <a:ln w="12700">
            <a:solidFill>
              <a:srgbClr val="D5E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84463" y="1554480"/>
            <a:ext cx="3520440" cy="822960"/>
          </a:xfrm>
          <a:prstGeom prst="rect">
            <a:avLst/>
          </a:prstGeom>
          <a:solidFill>
            <a:srgbClr val="1E4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3" y="1554480"/>
            <a:ext cx="3520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03   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8784" y="2560320"/>
            <a:ext cx="2971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2282B"/>
                </a:solidFill>
                <a:latin typeface="Calibri"/>
              </a:rPr>
              <a:t>A ninety day rerun documents the change and names next steps.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2E6B49"/>
                </a:solidFill>
                <a:latin typeface="Calibri"/>
              </a:rPr>
              <a:t>Brock Leadership Group  .  engagement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2E6B4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clients see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796495"/>
              </p:ext>
            </p:extLst>
          </p:nvPr>
        </p:nvGraphicFramePr>
        <p:xfrm>
          <a:off x="640080" y="146304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0" y="1645920"/>
            <a:ext cx="3291840" cy="4206240"/>
          </a:xfrm>
          <a:prstGeom prst="rect">
            <a:avLst/>
          </a:prstGeom>
          <a:solidFill>
            <a:srgbClr val="1E4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0" y="182880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A8D08D"/>
                </a:solidFill>
                <a:latin typeface="Calibri"/>
              </a:rPr>
              <a:t>Measured, not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651760"/>
            <a:ext cx="29260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EF4EF"/>
                </a:solidFill>
                <a:latin typeface="Calibri"/>
              </a:rPr>
              <a:t>Each engagement reports change against a baseline taken at the start, in points of improvement.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EF4EF"/>
                </a:solidFill>
                <a:latin typeface="Calibri"/>
              </a:rPr>
              <a:t>Illustrative results across engagements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EEF4E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Let us build the room where the best idea wins.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8404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A8D08D"/>
                </a:solidFill>
                <a:latin typeface="Calibri"/>
              </a:rPr>
              <a:t>Dr. Jordan Brock  .  Brock Leadership Group  .  Clayton, Missouri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177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Jordan Brock</dc:creator>
  <cp:keywords/>
  <dc:description/>
  <cp:lastModifiedBy>Ankit kumar</cp:lastModifiedBy>
  <cp:revision>3</cp:revision>
  <dcterms:created xsi:type="dcterms:W3CDTF">2026-02-20T09:15:00Z</dcterms:created>
  <dcterms:modified xsi:type="dcterms:W3CDTF">2026-06-30T11:02:01Z</dcterms:modified>
  <cp:category/>
</cp:coreProperties>
</file>