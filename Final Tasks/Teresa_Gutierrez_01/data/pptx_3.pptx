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Start of fall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Dribbling</c:v>
                </c:pt>
                <c:pt idx="1">
                  <c:v>Passing</c:v>
                </c:pt>
                <c:pt idx="2">
                  <c:v>First touch</c:v>
                </c:pt>
                <c:pt idx="3">
                  <c:v>Field awareness</c:v>
                </c:pt>
                <c:pt idx="4">
                  <c:v>Defensive shape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</c:v>
                </c:pt>
                <c:pt idx="1">
                  <c:v>2.0</c:v>
                </c:pt>
                <c:pt idx="2">
                  <c:v>1.8</c:v>
                </c:pt>
                <c:pt idx="3">
                  <c:v>1.6</c:v>
                </c:pt>
                <c:pt idx="4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 of fall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Dribbling</c:v>
                </c:pt>
                <c:pt idx="1">
                  <c:v>Passing</c:v>
                </c:pt>
                <c:pt idx="2">
                  <c:v>First touch</c:v>
                </c:pt>
                <c:pt idx="3">
                  <c:v>Field awareness</c:v>
                </c:pt>
                <c:pt idx="4">
                  <c:v>Defensive shape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3.4</c:v>
                </c:pt>
                <c:pt idx="1">
                  <c:v>3.1</c:v>
                </c:pt>
                <c:pt idx="2">
                  <c:v>2.7</c:v>
                </c:pt>
                <c:pt idx="3">
                  <c:v>2.8</c:v>
                </c:pt>
                <c:pt idx="4">
                  <c:v>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164592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Bangor Youth Soccer, U8 Season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>
                <a:solidFill>
                  <a:srgbClr val="FFDCBE"/>
                </a:solidFill>
                <a:latin typeface="Calibri"/>
              </a:rPr>
              <a:t>Fall 2026 season and spring 2027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E6DCD2"/>
                </a:solidFill>
              </a:rPr>
              <a:t>Coach: Teresa Gutierrez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E6DCD2"/>
                </a:solidFill>
              </a:rPr>
              <a:t>Team: U8 Orange, Bangor Youth Soccer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E6DCD2"/>
                </a:solidFill>
              </a:rPr>
              <a:t>Parent meeting deck, November 14, 2026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E6DCD2"/>
                </a:solidFill>
              </a:rPr>
              <a:t>Practice Saturdays at the Bangor Parks fields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Eight players, jersey number and parent contact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Jersey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Player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Parent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Phone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Luc Gutierrez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Teresa Gutierrez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207-555-0147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Owen Pelletier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Sarah Pelletier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207-555-0233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Mason Cyr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Adam Cyr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207-555-0271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Liam Bouchard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Renee Bouchard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207-555-0298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Noah Levesque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Paul Levesque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207-555-0344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Henry Robichaud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Kim Robichaud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207-555-0356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Eli Thibodeau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Marc Thibodeau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207-555-0377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Jack Ouellette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Dawn Ouellette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207-555-0391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Coach Teresa, U8 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Saturday Practice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One hour, eight players, eyes up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Block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Minutes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Drill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Coaching point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Warm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Two laps, dynamic stretches, toe taps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Knees and ankles loose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Dribbling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Gates game, count gates in 90 seconds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Cue word, eyes up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Passing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Partner passes, pass and follow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Plant foot at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Small sided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Three on three, no keepers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One point for a completed pass before a goal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Wrap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Water, one thing we did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Snack list for next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328"/>
                </a:solidFill>
                <a:latin typeface="Calibri"/>
              </a:rPr>
              <a:t>Bring shin guards, the first aid bag, two pinnies sets, and the game ball. Luc has the ball.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Run rain or shine; pavilion if lightning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Skills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Coach assessment, start vs end of fall season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097280"/>
          <a:ext cx="7772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778240" y="1280160"/>
            <a:ext cx="31089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5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417320"/>
            <a:ext cx="28346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D75F1E"/>
                </a:solidFill>
                <a:latin typeface="Calibri"/>
              </a:rPr>
              <a:t>Coach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874519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32328"/>
                </a:solidFill>
                <a:latin typeface="Calibri"/>
              </a:rPr>
              <a:t>  •  Biggest gain in dribbling with head up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32328"/>
                </a:solidFill>
                <a:latin typeface="Calibri"/>
              </a:rPr>
              <a:t>  •  Passing reps doubled mid-season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32328"/>
                </a:solidFill>
                <a:latin typeface="Calibri"/>
              </a:rPr>
              <a:t>  •  Defensive shape still the work in progress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32328"/>
                </a:solidFill>
                <a:latin typeface="Calibri"/>
              </a:rPr>
              <a:t>  •  Plan to add a small-sided possession game in spring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Scale: 1 emerging to 5 confident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Fall Schedule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Games and outcomes through November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Opponent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D75F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Sat 09/12/2026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Brewer Blue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Bangor field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9:00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W 4-2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Sat 09/19/2026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Hampden Stars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Hampden park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9:00 AM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T 3-3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Sat 09/26/2026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Orrington Owls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Bangor field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9:00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L 2-4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Sat 10/03/2026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Holden Hawks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Holden field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9:00 AM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W 5-1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Sat 10/10/2026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Brewer 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Bangor field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9:00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W 3-0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Sat 10/17/2026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Bye week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Sat 10/24/2026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Bangor Maroon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Bangor field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9:00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W 2-1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Sat 11/07/2026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Hampden Stars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Bangor field 2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9:00 AM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T 2-2</a:t>
                      </a:r>
                    </a:p>
                  </a:txBody>
                  <a:tcPr>
                    <a:solidFill>
                      <a:srgbClr val="FFE8D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Season record: 4 wins, 2 ties, 1 loss, 1 bye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Spring Gear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Replace what wore out, label every bag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5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D75F1E"/>
                </a:solidFill>
                <a:latin typeface="Calibri"/>
              </a:rPr>
              <a:t>Shin guards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12064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32328"/>
                </a:solidFill>
                <a:latin typeface="Calibri"/>
              </a:rPr>
              <a:t>Check fit for each player by mid-March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54864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5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D75F1E"/>
                </a:solidFill>
                <a:latin typeface="Calibri"/>
              </a:rPr>
              <a:t>Cleats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512064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32328"/>
                </a:solidFill>
                <a:latin typeface="Calibri"/>
              </a:rPr>
              <a:t>Hampden Stars handed down a bin, sizes 11 to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4864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5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D75F1E"/>
                </a:solidFill>
                <a:latin typeface="Calibri"/>
              </a:rPr>
              <a:t>Pinnies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512064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32328"/>
                </a:solidFill>
                <a:latin typeface="Calibri"/>
              </a:rPr>
              <a:t>Two sets of eight, orange and white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92040"/>
            <a:ext cx="54864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5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D75F1E"/>
                </a:solidFill>
                <a:latin typeface="Calibri"/>
              </a:rPr>
              <a:t>Game ball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512064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32328"/>
                </a:solidFill>
                <a:latin typeface="Calibri"/>
              </a:rPr>
              <a:t>Size 3, two balls per training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4864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34440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282C34"/>
                </a:solidFill>
                <a:latin typeface="Calibri"/>
              </a:rPr>
              <a:t>Water and snacks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91640"/>
            <a:ext cx="512064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32328"/>
                </a:solidFill>
                <a:latin typeface="Calibri"/>
              </a:rPr>
              <a:t>Parents rotate, sign-up sheet by week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423160"/>
            <a:ext cx="54864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468880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282C34"/>
                </a:solidFill>
                <a:latin typeface="Calibri"/>
              </a:rPr>
              <a:t>First aid bag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926080"/>
            <a:ext cx="512064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32328"/>
                </a:solidFill>
                <a:latin typeface="Calibri"/>
              </a:rPr>
              <a:t>Ice packs, bandages, sting wipes, extra hair 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57600"/>
            <a:ext cx="54864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703320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282C34"/>
                </a:solidFill>
                <a:latin typeface="Calibri"/>
              </a:rPr>
              <a:t>Whistle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60520"/>
            <a:ext cx="512064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32328"/>
                </a:solidFill>
                <a:latin typeface="Calibri"/>
              </a:rPr>
              <a:t>Two on the keychain, replace battery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892040"/>
            <a:ext cx="54864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937760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282C34"/>
                </a:solidFill>
                <a:latin typeface="Calibri"/>
              </a:rPr>
              <a:t>Cones and 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394960"/>
            <a:ext cx="512064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32328"/>
                </a:solidFill>
                <a:latin typeface="Calibri"/>
              </a:rPr>
              <a:t>Twenty cones, four gates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Bag check first practice of spring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We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Three things, every Saturday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749039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5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3832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1">
                <a:solidFill>
                  <a:srgbClr val="D75F1E"/>
                </a:solidFill>
                <a:latin typeface="Calibri"/>
              </a:rPr>
              <a:t>Eyes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383280" cy="3474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232328"/>
                </a:solidFill>
                <a:latin typeface="Calibri"/>
              </a:rPr>
              <a:t>Dribble with your head up. If you cannot see a teammate you cannot pass.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749039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33832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1">
                <a:solidFill>
                  <a:srgbClr val="282C34"/>
                </a:solidFill>
                <a:latin typeface="Calibri"/>
              </a:rPr>
              <a:t>Reps over speeches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383280" cy="3474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232328"/>
                </a:solidFill>
                <a:latin typeface="Calibri"/>
              </a:rPr>
              <a:t>Short demonstrations, then thirty touches. Talk is the smallest part of practice.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188720"/>
            <a:ext cx="3749039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5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371600"/>
            <a:ext cx="33832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1">
                <a:solidFill>
                  <a:srgbClr val="1C543C"/>
                </a:solidFill>
                <a:latin typeface="Calibri"/>
              </a:rPr>
              <a:t>One good 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377440"/>
            <a:ext cx="3383280" cy="3474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232328"/>
                </a:solidFill>
                <a:latin typeface="Calibri"/>
              </a:rPr>
              <a:t>End each practice with one thing every player did well. Take it home.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Bangor Youth Soccer, U8 Orange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Spring 2027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Six week season, plus the spring tournament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32328"/>
                </a:solidFill>
                <a:latin typeface="Calibri"/>
              </a:rPr>
              <a:t>  •  Season opens Saturday April 17, 2027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32328"/>
                </a:solidFill>
                <a:latin typeface="Calibri"/>
              </a:rPr>
              <a:t>  •  Six game season ending Saturday May 22, 2027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32328"/>
                </a:solidFill>
                <a:latin typeface="Calibri"/>
              </a:rPr>
              <a:t>  •  Memorial Day weekend Bangor Cup tournament, optional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32328"/>
                </a:solidFill>
                <a:latin typeface="Calibri"/>
              </a:rPr>
              <a:t>  •  Practice Saturdays at 8:00 AM before the 9:00 AM games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32328"/>
                </a:solidFill>
                <a:latin typeface="Calibri"/>
              </a:rPr>
              <a:t>  •  Rain plan: pavilion at Bangor Parks east 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188720"/>
            <a:ext cx="41148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371600"/>
            <a:ext cx="38404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282C34"/>
                </a:solidFill>
                <a:latin typeface="Calibri"/>
              </a:rPr>
              <a:t>Coach 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1371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  <a:latin typeface="Calibri"/>
              </a:rPr>
              <a:t>Coach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328"/>
                </a:solidFill>
                <a:latin typeface="Calibri"/>
              </a:rPr>
              <a:t>Teresa Gutierrez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468880"/>
            <a:ext cx="1371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  <a:latin typeface="Calibri"/>
              </a:rPr>
              <a:t>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468880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328"/>
                </a:solidFill>
                <a:latin typeface="Calibri"/>
              </a:rPr>
              <a:t>207-555-0147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17520"/>
            <a:ext cx="1371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  <a:latin typeface="Calibri"/>
              </a:rP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17520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328"/>
                </a:solidFill>
                <a:latin typeface="Calibri"/>
              </a:rPr>
              <a:t>teresa.gutierrez@finthesiss.ai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566160"/>
            <a:ext cx="1371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  <a:latin typeface="Calibri"/>
              </a:rPr>
              <a:t>Best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566160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328"/>
                </a:solidFill>
                <a:latin typeface="Calibri"/>
              </a:rPr>
              <a:t>Evenings or Saturdays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114800"/>
            <a:ext cx="1371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  <a:latin typeface="Calibri"/>
              </a:rPr>
              <a:t>Backup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114800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328"/>
                </a:solidFill>
                <a:latin typeface="Calibri"/>
              </a:rPr>
              <a:t>Sarah Pelletier, 207-555-0233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75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Thanks for a great fall season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