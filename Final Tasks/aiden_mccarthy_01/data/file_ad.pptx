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F4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2011680" cy="73152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8881F"/>
                </a:solidFill>
                <a:latin typeface="Calibri"/>
              </a:rPr>
              <a:t>HONEYCOMB BAKERY RVA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FBF6EC"/>
                </a:solidFill>
                <a:latin typeface="Calibri"/>
              </a:rPr>
              <a:t>Holiday Gift-Box Season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D8CBB4"/>
                </a:solidFill>
                <a:latin typeface="Calibri"/>
              </a:rPr>
              <a:t>2025 Season, prepared by Aiden McCarthy,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HEADLINE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The season in four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2430703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2430703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243070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243070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total orders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7983" y="2103120"/>
            <a:ext cx="2430703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7983" y="2103120"/>
            <a:ext cx="2430703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983" y="2542032"/>
            <a:ext cx="243070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$5,259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3474720"/>
            <a:ext cx="243070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gross revenue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2103120"/>
            <a:ext cx="2430703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2103120"/>
            <a:ext cx="2430703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2542032"/>
            <a:ext cx="243070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$5,003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3474720"/>
            <a:ext cx="243070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net after refunds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38031" y="2103120"/>
            <a:ext cx="2430703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38031" y="2103120"/>
            <a:ext cx="2430703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8031" y="2542032"/>
            <a:ext cx="243070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$1,765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8031" y="3474720"/>
            <a:ext cx="243070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program net profit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262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A241E"/>
                </a:solidFill>
                <a:latin typeface="Calibri"/>
              </a:rPr>
              <a:t>Channels: 44 orders on Etsy, 29 direct on BigCommerce. Local pickup available December 1 through 23, shipping by UPS Ground and USPS Priority Mail.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Gross revenue by item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896112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2011680"/>
                <a:gridCol w="237744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BF6EC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6F47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BF6EC"/>
                          </a:solidFill>
                          <a:latin typeface="Calibri"/>
                        </a:defRPr>
                      </a:pPr>
                      <a:r>
                        <a:t>Orders</a:t>
                      </a:r>
                    </a:p>
                  </a:txBody>
                  <a:tcPr anchor="ctr">
                    <a:solidFill>
                      <a:srgbClr val="6F47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BF6EC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6F47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Classic Box, $48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$1,152.00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Baker's Box, $72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$1,944.00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Full Honeycomb Box, $95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$855.00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GF Gift Box, $68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$884.00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Add-on, Honey $12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$204.00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Add-on, Spiced Brittle $10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$220.00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Total gross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$5,259.00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FULFILLMENT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How orders went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Local pickup in Richmond: 47 orders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UPS Ground: 18 orders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USPS Priority Mail: 8 orders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Two USPS orders arrived damaged, refunds of $48 and $68 issued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Zero complaints on local pickup, zero quality issues on bread or pastry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From gross to profit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3332378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3332378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33323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$5,003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33323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net revenue after $236 refunds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9658" y="2103120"/>
            <a:ext cx="3332378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9658" y="2103120"/>
            <a:ext cx="3332378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9658" y="2542032"/>
            <a:ext cx="33323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$3,238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9658" y="3474720"/>
            <a:ext cx="33323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total costs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6356" y="2103120"/>
            <a:ext cx="3332378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6356" y="2103120"/>
            <a:ext cx="3332378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2542032"/>
            <a:ext cx="33323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$1,765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474720"/>
            <a:ext cx="33323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net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A241E"/>
                </a:solidFill>
                <a:latin typeface="Calibri"/>
              </a:rPr>
              <a:t>Costs included ingredients, GF sourcing, packaging, shipping materials, Etsy and processing fees, and three Sundays of Kenji overtime. The gift-box program cleared $1,765.40 on its 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OPEN 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December 6,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3332378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3332378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33323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9 to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33323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hours open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9658" y="2103120"/>
            <a:ext cx="3332378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9658" y="2103120"/>
            <a:ext cx="3332378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9658" y="2542032"/>
            <a:ext cx="33323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11:40 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9658" y="3474720"/>
            <a:ext cx="33323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sold out by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6356" y="2103120"/>
            <a:ext cx="3332378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6356" y="2103120"/>
            <a:ext cx="3332378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2542032"/>
            <a:ext cx="33323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$620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474720"/>
            <a:ext cx="33323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walk-in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A241E"/>
                </a:solidFill>
                <a:latin typeface="Calibri"/>
              </a:rPr>
              <a:t>Six customers placed gift-box orders on-site after attending. Staffed by Aiden, Kenji, and Mira. Next year, hold the doors until 2 PM since customers arrived after the sellout.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FOR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What to change next season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Shift more volume to UPS Ground and limit USPS to lightweight add-ons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Increase the GF box allocation to 18, it sold out first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Keep the spiced brittle recipe exactly as is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Start the abandoned-cart email flow by October 15, not mid-November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Announce the honey add-on at launch to capture early demand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2026-02-15T09:00:00Z</dcterms:created>
  <dcterms:modified xsi:type="dcterms:W3CDTF">2026-02-15T09:00:00Z</dcterms:modified>
</cp:coreProperties>
</file>