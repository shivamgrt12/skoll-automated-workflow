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55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00600"/>
            <a:ext cx="12192000" cy="2057400"/>
          </a:xfrm>
          <a:prstGeom prst="rect">
            <a:avLst/>
          </a:prstGeom>
          <a:solidFill>
            <a:srgbClr val="E26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00600"/>
            <a:ext cx="12192000" cy="54864"/>
          </a:xfrm>
          <a:prstGeom prst="rect">
            <a:avLst/>
          </a:prstGeom>
          <a:solidFill>
            <a:srgbClr val="EE9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Life Between the Tides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3E3CC"/>
                </a:solidFill>
                <a:latin typeface="Calibri"/>
              </a:rPr>
              <a:t>A field talk from the rocky shores of the Salish Sea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920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Coastal Ecology Lab community outreach  |  Pier 56 Visitor Center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3E3CC"/>
                </a:solidFill>
                <a:latin typeface="Calibri"/>
              </a:rPr>
              <a:t>Presented by Alex Santos  |  November 2026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26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What lives between the tides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3200400" cy="2743200"/>
          </a:xfrm>
          <a:prstGeom prst="roundRect">
            <a:avLst/>
          </a:prstGeom>
          <a:solidFill>
            <a:srgbClr val="F3E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200400" cy="164592"/>
          </a:xfrm>
          <a:prstGeom prst="roundRect">
            <a:avLst/>
          </a:prstGeom>
          <a:solidFill>
            <a:srgbClr val="E26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2B5566"/>
                </a:solidFill>
                <a:latin typeface="Calibri"/>
              </a:rPr>
              <a:t>Mussels and barnacles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2651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3A2E26"/>
                </a:solidFill>
                <a:latin typeface="Calibri"/>
              </a:rPr>
              <a:t>The crowded mid-zone, holding on through every wave and low tide.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600200"/>
            <a:ext cx="3200400" cy="2743200"/>
          </a:xfrm>
          <a:prstGeom prst="roundRect">
            <a:avLst/>
          </a:prstGeom>
          <a:solidFill>
            <a:srgbClr val="F3E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200400" cy="164592"/>
          </a:xfrm>
          <a:prstGeom prst="roundRect">
            <a:avLst/>
          </a:prstGeom>
          <a:solidFill>
            <a:srgbClr val="E26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01168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2B5566"/>
                </a:solidFill>
                <a:latin typeface="Calibri"/>
              </a:rPr>
              <a:t>Sea stars and snails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926080"/>
            <a:ext cx="2651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3A2E26"/>
                </a:solidFill>
                <a:latin typeface="Calibri"/>
              </a:rPr>
              <a:t>The grazers and predators that keep the rock in balance.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08976" y="1600200"/>
            <a:ext cx="3200400" cy="2743200"/>
          </a:xfrm>
          <a:prstGeom prst="roundRect">
            <a:avLst/>
          </a:prstGeom>
          <a:solidFill>
            <a:srgbClr val="F3E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08976" y="1600200"/>
            <a:ext cx="3200400" cy="164592"/>
          </a:xfrm>
          <a:prstGeom prst="roundRect">
            <a:avLst/>
          </a:prstGeom>
          <a:solidFill>
            <a:srgbClr val="E26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3296" y="201168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2B5566"/>
                </a:solidFill>
                <a:latin typeface="Calibri"/>
              </a:rPr>
              <a:t>Tiny crabs and limpets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926080"/>
            <a:ext cx="2651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3A2E26"/>
                </a:solidFill>
                <a:latin typeface="Calibri"/>
              </a:rPr>
              <a:t>The easy-to-miss residents that make a tide pool worth crouching over.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7A6A5C"/>
                </a:solidFill>
                <a:latin typeface="Calibri"/>
              </a:rPr>
              <a:t>Every square of rock is a neighborhood. Once you learn to read it, a tide pool stops looking empty.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55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Why a few degrees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9728" cy="3291840"/>
          </a:xfrm>
          <a:prstGeom prst="rect">
            <a:avLst/>
          </a:prstGeom>
          <a:solidFill>
            <a:srgbClr val="E26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828800"/>
            <a:ext cx="9692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These animals already live near the top of what they can survive.</a:t>
            </a:r>
          </a:p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F3E3CC"/>
                </a:solidFill>
                <a:latin typeface="Calibri"/>
              </a:rPr>
              <a:t>On a hot afternoon low tide, the rock can heat faster than the tide returns.</a:t>
            </a:r>
          </a:p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EE9270"/>
                </a:solidFill>
                <a:latin typeface="Calibri"/>
              </a:rPr>
              <a:t>Warmer summers do not wipe the shore clean. They quietly change who wins the crowded spots.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26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What our surveys showed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3200400" cy="1828800"/>
          </a:xfrm>
          <a:prstGeom prst="roundRect">
            <a:avLst/>
          </a:prstGeom>
          <a:solidFill>
            <a:srgbClr val="F3E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200400" cy="90000"/>
          </a:xfrm>
          <a:prstGeom prst="roundRect">
            <a:avLst/>
          </a:prstGeom>
          <a:solidFill>
            <a:srgbClr val="2B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31640"/>
            <a:ext cx="32004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E2673B"/>
                </a:solidFill>
                <a:latin typeface="Calibri"/>
              </a:rPr>
              <a:t>61 to 44%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1640"/>
            <a:ext cx="32004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3A2E26"/>
                </a:solidFill>
                <a:latin typeface="Calibri"/>
              </a:rPr>
              <a:t>Mussel cover from our coolest survey to our warmest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691640"/>
            <a:ext cx="3200400" cy="1828800"/>
          </a:xfrm>
          <a:prstGeom prst="roundRect">
            <a:avLst/>
          </a:prstGeom>
          <a:solidFill>
            <a:srgbClr val="F3E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5968" y="1691640"/>
            <a:ext cx="3200400" cy="90000"/>
          </a:xfrm>
          <a:prstGeom prst="roundRect">
            <a:avLst/>
          </a:prstGeom>
          <a:solidFill>
            <a:srgbClr val="2B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831640"/>
            <a:ext cx="32004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E2673B"/>
                </a:solidFill>
                <a:latin typeface="Calibri"/>
              </a:rPr>
              <a:t>3 shores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511640"/>
            <a:ext cx="32004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3A2E26"/>
                </a:solidFill>
                <a:latin typeface="Calibri"/>
              </a:rPr>
              <a:t>Titlow, Owen Beach, and Dash Point, summer to fall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08976" y="1691640"/>
            <a:ext cx="3200400" cy="1828800"/>
          </a:xfrm>
          <a:prstGeom prst="roundRect">
            <a:avLst/>
          </a:prstGeom>
          <a:solidFill>
            <a:srgbClr val="F3E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08976" y="1691640"/>
            <a:ext cx="3200400" cy="90000"/>
          </a:xfrm>
          <a:prstGeom prst="roundRect">
            <a:avLst/>
          </a:prstGeom>
          <a:solidFill>
            <a:srgbClr val="2B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8976" y="1831640"/>
            <a:ext cx="32004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E2673B"/>
                </a:solidFill>
                <a:latin typeface="Calibri"/>
              </a:rPr>
              <a:t>1 season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6" y="2511640"/>
            <a:ext cx="32004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3A2E26"/>
                </a:solidFill>
                <a:latin typeface="Calibri"/>
              </a:rPr>
              <a:t>A first look, not the whole story, more years to 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A2E26"/>
                </a:solidFill>
                <a:latin typeface="Calibri"/>
              </a:rPr>
              <a:t>Where the water ran warmer, the thick mussel beds thinned out. It is a small change, the kind you only catch by counting the same rock, the same way, season after season.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6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Come look closer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Visit at low tide. Check a local tide chart and go an hour before the lowest water.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Look, do not collect. Turn a rock back the way you found it, every animal under it is home.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Join a guided shore walk with the lab at the visitor center, all ages, no experience needed.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Between the Tides</dc:title>
  <dc:subject>Salish Sea community outreach talk</dc:subject>
  <dc:creator>Alex Santos</dc:creator>
  <cp:keywords/>
  <dc:description/>
  <cp:lastModifiedBy>Alex Santos</cp:lastModifiedBy>
  <cp:revision>1</cp:revision>
  <dcterms:created xsi:type="dcterms:W3CDTF">2013-01-27T09:14:16Z</dcterms:created>
  <dcterms:modified xsi:type="dcterms:W3CDTF">2013-01-27T09:15:58Z</dcterms:modified>
  <cp:category/>
</cp:coreProperties>
</file>