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index</c:v>
                </c:pt>
              </c:strCache>
            </c:strRef>
          </c:tx>
          <c:spPr>
            <a:solidFill>
              <a:srgbClr val="8C6D46"/>
            </a:solidFill>
          </c:spPr>
          <c:cat>
            <c:strRef>
              <c:f>Sheet1!$A$2:$A$4</c:f>
              <c:strCache>
                <c:ptCount val="3"/>
                <c:pt idx="0">
                  <c:v>Upzoned, no protection</c:v>
                </c:pt>
                <c:pt idx="1">
                  <c:v>Upzoned, with protection</c:v>
                </c:pt>
                <c:pt idx="2">
                  <c:v>Comparison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</c:v>
                </c:pt>
                <c:pt idx="1">
                  <c:v>0.44</c:v>
                </c:pt>
                <c:pt idx="2">
                  <c:v>0.33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08968"/>
                </a:solidFill>
                <a:latin typeface="Calibri"/>
              </a:rPr>
              <a:t>WHITFIELD SUMMER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C9B4"/>
                </a:solidFill>
                <a:latin typeface="Calibri"/>
              </a:rPr>
              <a:t>Boston Coalition for Equitable Housing
Code WRF-2027-114
Mentor: Dr. Priya Anand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B2B2B"/>
                </a:solidFill>
                <a:latin typeface="Calibri"/>
              </a:rPr>
              <a:t>Small-City Zoning Reform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4114800"/>
            <a:ext cx="6766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C6D46"/>
                </a:solidFill>
                <a:latin typeface="Calibri"/>
              </a:rPr>
              <a:t>A clean corridor dataset and a first displacement 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The summer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Whitfield Research Fellow, Summer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Whitfield Research Fellowship at a Boston housing coalition.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Goal: a clean corridor dataset and a first displacement index.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Feeds directly into the senior thesis, P02, and the field report, P06.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Scoped to two case cities, Worcester MA and New Haven 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The displacement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Whitfield Research Fellow, Summer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Tenant turnover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City records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Rent burden change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ACS estimates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Market-rate permits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0.33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Permit data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1737360"/>
            <a:ext cx="2926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4A3B2A"/>
                </a:solidFill>
                <a:latin typeface="Calibri"/>
              </a:rPr>
              <a:t>A screening tool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Each component is scaled zero to one and weighted equally in the base version. The index flags corridors that deserve a closer look. It is not a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Findings by corridor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Whitfield Research Fellow, Summer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64592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201168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0.61  highest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Upzoned without protection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0.44  middle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Upzoned with protection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B2B2B"/>
                </a:solidFill>
                <a:latin typeface="Calibri"/>
              </a:rPr>
              <a:t>0.33  lowest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Comparison corridors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What it suggests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Whitfield Research Fellow, Summer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Reform without protection moves risk, not just supply.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Even light protections appear to dampen the effect.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Data quality is the binding constraint, not method.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Treat the index as a starting point for fieldwork, not a ranking.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Recommendations for the host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Whitfield Research Fellow, Summer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Pair corridor upzoning with at least light tenant protections.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Invest in cleaner local permit data.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Use the index to triage site visits.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Extend to a formal causal design in the thesis next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Weber</dc:creator>
  <cp:lastModifiedBy>Allen Weber</cp:lastModifiedBy>
  <cp:revision>1</cp:revision>
  <dcterms:created xsi:type="dcterms:W3CDTF">2027-06-12T14:30:00Z</dcterms:created>
  <dcterms:modified xsi:type="dcterms:W3CDTF">2027-06-12T14:30:00Z</dcterms:modified>
</cp:coreProperties>
</file>