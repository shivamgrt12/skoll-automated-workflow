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Displacement index</c:v>
                </c:pt>
              </c:strCache>
            </c:strRef>
          </c:tx>
          <c:spPr>
            <a:solidFill>
              <a:srgbClr val="8C6D46"/>
            </a:solidFill>
          </c:spPr>
          <c:cat>
            <c:strRef>
              <c:f>Sheet1!$A$2:$A$4</c:f>
              <c:strCache>
                <c:ptCount val="3"/>
                <c:pt idx="0">
                  <c:v>Upzoned, no protection</c:v>
                </c:pt>
                <c:pt idx="1">
                  <c:v>Upzoned, with protection</c:v>
                </c:pt>
                <c:pt idx="2">
                  <c:v>Comparison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</c:v>
                </c:pt>
                <c:pt idx="1">
                  <c:v>0.44</c:v>
                </c:pt>
                <c:pt idx="2">
                  <c:v>0.33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A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08968"/>
                </a:solidFill>
                <a:latin typeface="Calibri"/>
              </a:rPr>
              <a:t>DATA VISUALIZATION II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3291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C9B4"/>
                </a:solidFill>
                <a:latin typeface="Calibri"/>
              </a:rPr>
              <a:t>Two New England case cities
Fall 2027
Allen Weber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03120"/>
            <a:ext cx="6949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B2B2B"/>
                </a:solidFill>
                <a:latin typeface="Calibri"/>
              </a:rPr>
              <a:t>Urban Heat and Zoning Overlap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4114800"/>
            <a:ext cx="6766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8C6D46"/>
                </a:solidFill>
                <a:latin typeface="Calibri"/>
              </a:rPr>
              <a:t>Do hot corridors overlap with displacement exposure?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The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Data Visualization II, Fall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Do hotter urban areas overlap with the corridors most exposed to displacement?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Pairs public satellite heat data with the zoning corridors from my thesis, reference P02.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Two case cities, Worcester MA and New Haven CT.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Built in R and Python, reproducible end to 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645920"/>
            <a:ext cx="3017520" cy="384048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82880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4A3B2A"/>
                </a:solidFill>
                <a:latin typeface="Calibri"/>
              </a:rPr>
              <a:t>Why it matters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Heat and displacement are both corridor level, so the same map can hold both layers and show where they diverge.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Data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Data Visualization II, Fall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45920"/>
          <a:ext cx="10607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3291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Land surface temperature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Public satellite imagery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Heat layer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Corridor boundaries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Thesis zoning panel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Unit of analysis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Rent burden and tenure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American Community Survey, S08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Displacement context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Spatial join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Heat raster to corridor polygons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Pixel to corridor means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Preliminary overlap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Data Visualization II, Fall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64592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80960" y="1828800"/>
            <a:ext cx="3657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4A3B2A"/>
                </a:solidFill>
                <a:latin typeface="Calibri"/>
              </a:rPr>
              <a:t>Heat ranks the same way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Upzoned, no protection: high heat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Upzoned, with protection: medium heat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Comparison: lower heat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The ordering matches the displacement index, but the overlap is not one to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A methods warm-up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Data Visualization II, Fall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Before the heat join I ran a small cross-venue volatility exercise to practice the visualization toolkit. Data lives in workbook X06.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286000"/>
          <a:ext cx="9601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Exchange A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Real position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Volatility baseline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Exchange B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Watch feed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Cross-venue spread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Exchange C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Watch feed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Third comparison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What the maps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Data Visualization II, Fall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Heat and displacement exposure are correlated but not identical.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Some cooler corridors still score high on displacement, and the reverse.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The overlap is strongest in older, denser corridors.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Visualization makes the exceptions, not just the trend, easy to see.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Data Visualization II, Fall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Add a third heat date to control for a single hot day.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Layer tree canopy as a moderating variable.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Tie the final figures to the thesis interim chapter, reference D02.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Publish the reproducible notebook to the team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Weber</dc:creator>
  <cp:lastModifiedBy>Allen Weber</cp:lastModifiedBy>
  <cp:revision>1</cp:revision>
  <dcterms:created xsi:type="dcterms:W3CDTF">2027-06-12T11:21:00Z</dcterms:created>
  <dcterms:modified xsi:type="dcterms:W3CDTF">2027-06-12T11:21:00Z</dcterms:modified>
</cp:coreProperties>
</file>