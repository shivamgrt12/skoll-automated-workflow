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4A3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109728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08968"/>
                </a:solidFill>
                <a:latin typeface="Calibri"/>
              </a:rPr>
              <a:t>PSSA BOARD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32918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8C9B4"/>
                </a:solidFill>
                <a:latin typeface="Calibri"/>
              </a:rPr>
              <a:t>Harbor Point University
Saturday 2027-10-24, 7:00 PM
Student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103120"/>
            <a:ext cx="69494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2B2B2B"/>
                </a:solidFill>
                <a:latin typeface="Calibri"/>
              </a:rPr>
              <a:t>Fall Mixer Planning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4114800"/>
            <a:ext cx="6766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8C6D46"/>
                </a:solidFill>
                <a:latin typeface="Calibri"/>
              </a:rPr>
              <a:t>Kick off the term and drive membership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A3B2A"/>
                </a:solidFill>
                <a:latin typeface="Calibri"/>
              </a:rPr>
              <a:t>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Calibri"/>
              </a:rPr>
              <a:t>Allen Weber  |  PSSA Co-Chair, 2027 to 2028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Kick off the term and drive membership.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Target attendance of 120 or more.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Make signing up effortless at the door.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Preview the election watch party and the grad school panel.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A3B2A"/>
                </a:solidFill>
                <a:latin typeface="Calibri"/>
              </a:rPr>
              <a:t>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Calibri"/>
              </a:rPr>
              <a:t>Allen Weber  |  PSSA Co-Chair, 2027 to 2028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Calibri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645920"/>
          <a:ext cx="60350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1945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Line</a:t>
                      </a:r>
                    </a:p>
                  </a:txBody>
                  <a:tcPr marL="73152" marT="27432" marB="27432">
                    <a:solidFill>
                      <a:srgbClr val="4A3B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Planned USD</a:t>
                      </a:r>
                    </a:p>
                  </a:txBody>
                  <a:tcPr marL="73152" marT="27432" marB="27432">
                    <a:solidFill>
                      <a:srgbClr val="4A3B2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Catering deposit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220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Supplies and name tags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265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32320" y="1737360"/>
            <a:ext cx="4114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4A3B2A"/>
                </a:solidFill>
                <a:latin typeface="Calibri"/>
              </a:rPr>
              <a:t>Funded by dues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The fall budget is conservative, funded by dues and ticket sales. The election watch party stays under the 50 dollar supply threshold. Tracked in workbook X05.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A3B2A"/>
                </a:solidFill>
                <a:latin typeface="Calibri"/>
              </a:rPr>
              <a:t>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Calibri"/>
              </a:rPr>
              <a:t>Allen Weber  |  PSSA Co-Chair, 2027 to 2028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Calibri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645920"/>
          <a:ext cx="7772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4864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3152" marT="27432" marB="27432">
                    <a:solidFill>
                      <a:srgbClr val="4A3B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73152" marT="27432" marB="27432">
                    <a:solidFill>
                      <a:srgbClr val="4A3B2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7:00 PM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Doors and check-in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7:20 PM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Welcome remarks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7:30 PM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Icebreaker mixer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8:10 PM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Open networking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8:45 PM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Membership pitch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9:30 PM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Teardown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A3B2A"/>
                </a:solidFill>
                <a:latin typeface="Calibri"/>
              </a:rPr>
              <a:t>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Calibri"/>
              </a:rPr>
              <a:t>Allen Weber  |  PSSA Co-Chair, 2027 to 2028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Lead and check-in: Allen Weber.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Catering and supplies: board partner.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Greeter and name tags: board member.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Music and slides: board member.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A3B2A"/>
                </a:solidFill>
                <a:latin typeface="Calibri"/>
              </a:rPr>
              <a:t>Risks and 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Calibri"/>
              </a:rPr>
              <a:t>Allen Weber  |  PSSA Co-Chair, 2027 to 2028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Low turnout: push a reminder one week out through the member group chat.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AV failure: keep a phone speaker as backup.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Board ask: confirm the catering order two days ahead.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Board ask: bring two volunteers for teardown.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 Weber</dc:creator>
  <cp:lastModifiedBy>Allen Weber</cp:lastModifiedBy>
  <cp:revision>1</cp:revision>
  <dcterms:created xsi:type="dcterms:W3CDTF">2027-06-12T11:05:00Z</dcterms:created>
  <dcterms:modified xsi:type="dcterms:W3CDTF">2027-06-12T11:05:00Z</dcterms:modified>
</cp:coreProperties>
</file>