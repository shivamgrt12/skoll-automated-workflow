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3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08968"/>
                </a:solidFill>
                <a:latin typeface="Calibri"/>
              </a:rPr>
              <a:t>SENIOR THESIS PROPOSAL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32918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C9B4"/>
                </a:solidFill>
                <a:latin typeface="Calibri"/>
              </a:rPr>
              <a:t>Worcester MA and New Haven CT
Defense date 2027-10-05
Advised by Prof. Lena Marsh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03120"/>
            <a:ext cx="6949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2B2B2B"/>
                </a:solidFill>
                <a:latin typeface="Calibri"/>
              </a:rPr>
              <a:t>Zoning and Displacement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411480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8C6D46"/>
                </a:solidFill>
                <a:latin typeface="Calibri"/>
              </a:rPr>
              <a:t>When a mid-size city loosens density rules, who stays?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Senior Thesis, advised by Prof. Lena Marsh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When a mid-size city loosens density rules, who stays and who is pushed out?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Two case cities, Worcester MA and New Haven CT.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Continues my junior paper, P10, with a stronger design.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Advised by Prof. Lena Marsh, on the reading committee with Dr. James Whitmore.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Why mid-size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Senior Thesis, advised by Prof. Lena Marsh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Most housing research studies large coastal cities.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Mid-size cities are where most people live the housing question.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Their reforms are recent, and their data is imperfect but tractable.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The two cities differ in the strength of tenant protections.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Senior Thesis, advised by Prof. Lena Marsh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10607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Element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Corridor, 2018 to 2025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Matched difference-in-differences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Tenant turnover and displacement index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Errors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Clustered at the corridor level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Senior Thesis, advised by Prof. Lena Marsh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64592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004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73152" marT="27432" marB="27432">
                    <a:solidFill>
                      <a:srgbClr val="4A3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Proposal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2027-10-05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Interim chapter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2027-12-04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Full draft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2028-03-20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Defense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2028-04-24</a:t>
                      </a:r>
                    </a:p>
                  </a:txBody>
                  <a:tcPr marL="73152" marT="27432" marB="27432">
                    <a:solidFill>
                      <a:srgbClr val="F4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2B2B2B"/>
                          </a:solidFill>
                          <a:latin typeface="Calibri"/>
                        </a:rPr>
                        <a:t>2028-05-15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C6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4A3B2A"/>
                </a:solidFill>
                <a:latin typeface="Calibri"/>
              </a:rPr>
              <a:t>Expected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2011680" cy="54864"/>
          </a:xfrm>
          <a:prstGeom prst="rect">
            <a:avLst/>
          </a:prstGeom>
          <a:solidFill>
            <a:srgbClr val="B089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B6B6B"/>
                </a:solidFill>
                <a:latin typeface="Calibri"/>
              </a:rPr>
              <a:t>Allen Weber  |  Senior Thesis, advised by Prof. Lena Marsh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A clearer read on when upzoning needs paired tenant protections.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A reusable displacement index for data-poor mid-size cities.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Honest treatment of limits, a defended null result still counts.</a:t>
            </a:r>
          </a:p>
          <a:p>
            <a:pPr>
              <a:spcAft>
                <a:spcPts val="1500"/>
              </a:spcAft>
            </a:pPr>
            <a:r>
              <a:rPr sz="1700" b="0">
                <a:solidFill>
                  <a:srgbClr val="2B2B2B"/>
                </a:solidFill>
                <a:latin typeface="Calibri"/>
              </a:rPr>
              <a:t>Reproducible from raw data to final figure.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Allen Weber</dc:creator>
  <cp:lastModifiedBy>Allen Weber</cp:lastModifiedBy>
  <cp:revision>1</cp:revision>
  <dcterms:created xsi:type="dcterms:W3CDTF">2027-06-12T09:47:00Z</dcterms:created>
  <dcterms:modified xsi:type="dcterms:W3CDTF">2027-06-12T09:47:00Z</dcterms:modified>
</cp:coreProperties>
</file>