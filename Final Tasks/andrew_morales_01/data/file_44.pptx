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EP budget</c:v>
                </c:pt>
              </c:strCache>
            </c:strRef>
          </c:tx>
          <c:spPr>
            <a:solidFill>
              <a:srgbClr val="BF5B34"/>
            </a:solidFill>
          </c:spPr>
          <c:cat>
            <c:strRef>
              <c:f>Sheet1!$A$2:$A$3</c:f>
              <c:strCache>
                <c:ptCount val="2"/>
                <c:pt idx="0">
                  <c:v>Spent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5200</c:v>
                </c:pt>
                <c:pt idx="1">
                  <c:v>2800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B2D2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B2D2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6B6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6B6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640080"/>
            <a:ext cx="548640" cy="548640"/>
          </a:xfrm>
          <a:prstGeom prst="ellipse">
            <a:avLst/>
          </a:prstGeom>
          <a:solidFill>
            <a:srgbClr val="9C3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AF2"/>
                </a:solidFill>
                <a:latin typeface="Calibri"/>
              </a:rPr>
              <a:t>Porch Light, a Five Song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AF2"/>
                </a:solidFill>
                <a:latin typeface="Calibri"/>
              </a:rPr>
              <a:t>Solo EP plan and pitch, Andrew Morales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B2D20"/>
                </a:solidFill>
                <a:latin typeface="Calibri"/>
              </a:rPr>
              <a:t>Recorded at Copperline Studios with producer DT Thompson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F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C3F23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645920"/>
            <a:ext cx="256032" cy="256032"/>
          </a:xfrm>
          <a:prstGeom prst="ellipse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1790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B2D20"/>
                </a:solidFill>
                <a:latin typeface="Calibri"/>
              </a:rPr>
              <a:t>The artist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423160"/>
            <a:ext cx="256032" cy="256032"/>
          </a:xfrm>
          <a:prstGeom prst="ellipse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B2D20"/>
                </a:solidFill>
                <a:latin typeface="Calibri"/>
              </a:rPr>
              <a:t>The songs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200400"/>
            <a:ext cx="256032" cy="256032"/>
          </a:xfrm>
          <a:prstGeom prst="ellipse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B2D20"/>
                </a:solidFill>
                <a:latin typeface="Calibri"/>
              </a:rPr>
              <a:t>Budget and progress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977639"/>
            <a:ext cx="256032" cy="256032"/>
          </a:xfrm>
          <a:prstGeom prst="ellipse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962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B2D20"/>
                </a:solidFill>
                <a:latin typeface="Calibri"/>
              </a:rPr>
              <a:t>Co-write splits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754880"/>
            <a:ext cx="256032" cy="256032"/>
          </a:xfrm>
          <a:prstGeom prst="ellipse">
            <a:avLst/>
          </a:prstGeom>
          <a:solidFill>
            <a:srgbClr val="BF5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B2D20"/>
                </a:solidFill>
                <a:latin typeface="Calibri"/>
              </a:rPr>
              <a:t>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914400"/>
            <a:ext cx="7315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C3F23"/>
                </a:solidFill>
                <a:latin typeface="Calibri"/>
              </a:rPr>
              <a:t>Why this record, now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B2D20"/>
                </a:solidFill>
                <a:latin typeface="Calibri"/>
              </a:rPr>
              <a:t>Three generations of Latino Southern music run through one voice.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B2D20"/>
                </a:solidFill>
                <a:latin typeface="Calibri"/>
              </a:rPr>
              <a:t>Session work pays the bills. The EP is the bid for a solo artist development deal.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B2D20"/>
                </a:solidFill>
                <a:latin typeface="Calibri"/>
              </a:rPr>
              <a:t>Three of five songs are tracked. Two remain for the final 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C3F23"/>
                </a:solidFill>
                <a:latin typeface="Calibri"/>
              </a:rPr>
              <a:t>The Songs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2286000"/>
              </a:tblGrid>
              <a:tr h="6400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Porch Light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Rough mix in hand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River and the Rail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Rough mix in hand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Caliche Road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Awaiting mix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Two Nashvilles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Final block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Cedar and Smoke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Final block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8595360" y="1463040"/>
            <a:ext cx="457200" cy="457200"/>
          </a:xfrm>
          <a:prstGeom prst="ellipse">
            <a:avLst/>
          </a:prstGeom>
          <a:solidFill>
            <a:srgbClr val="6B6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219456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9C3F23"/>
                </a:solidFill>
                <a:latin typeface="Calibri"/>
              </a:rPr>
              <a:t>Five songs, one throat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B2D20"/>
                </a:solidFill>
                <a:latin typeface="Calibri"/>
              </a:rPr>
              <a:t>Mariachi belt to a breathy country whisper in a single take.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C3F23"/>
                </a:solidFill>
                <a:latin typeface="Calibri"/>
              </a:rPr>
              <a:t>Budget and Progress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5943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9440" y="164592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9C3F23"/>
                </a:solidFill>
                <a:latin typeface="Calibri"/>
              </a:rPr>
              <a:t>Total budget, $8,000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3B2D20"/>
                </a:solidFill>
                <a:latin typeface="Calibri"/>
              </a:rPr>
              <a:t>Spent to date, $5,200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3B2D20"/>
                </a:solidFill>
                <a:latin typeface="Calibri"/>
              </a:rPr>
              <a:t>Left to budget, $2,800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B6238"/>
                </a:solidFill>
                <a:latin typeface="Calibri"/>
              </a:rPr>
              <a:t>Self funded across final tracking, mix, and master.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C3F23"/>
                </a:solidFill>
                <a:latin typeface="Calibri"/>
              </a:rPr>
              <a:t>Co-write Splits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705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Song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AF2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9C3F2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2025-10-07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R.V.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Caliche Road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60/40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2025-10-15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J.K.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Two Nashvilles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50/50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2025-11-04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M.S.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Cedar and Smoke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50/50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2026-01-21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R.V.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River and the Rail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55/45</a:t>
                      </a:r>
                    </a:p>
                  </a:txBody>
                  <a:tcPr>
                    <a:solidFill>
                      <a:srgbClr val="EFE2C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2026-02-11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T.B.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Porch Light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2D20"/>
                          </a:solidFill>
                          <a:latin typeface="Calibri"/>
                        </a:rPr>
                        <a:t>100/0</a:t>
                      </a:r>
                    </a:p>
                  </a:txBody>
                  <a:tcPr>
                    <a:solidFill>
                      <a:srgbClr val="FFF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3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91440"/>
          </a:xfrm>
          <a:prstGeom prst="rect">
            <a:avLst/>
          </a:prstGeom>
          <a:solidFill>
            <a:srgbClr val="6B6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AF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FFFAF2"/>
                </a:solidFill>
                <a:latin typeface="Calibri"/>
              </a:rPr>
              <a:t>Finish the final two tracks, then pitch to labels beginning October 2026.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FE2CF"/>
                </a:solidFill>
                <a:latin typeface="Calibri"/>
              </a:rPr>
              <a:t>Andrew Morales, andrew.morales@Greenridertech.co, East Nashville, TN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2026-02-10T00:00:00Z</dcterms:created>
  <dcterms:modified xsi:type="dcterms:W3CDTF">2026-02-10T00:00:00Z</dcterms:modified>
  <cp:category/>
</cp:coreProperties>
</file>