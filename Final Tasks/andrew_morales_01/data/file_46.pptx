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Songs</c:v>
                </c:pt>
              </c:strCache>
            </c:strRef>
          </c:tx>
          <c:spPr>
            <a:solidFill>
              <a:srgbClr val="E0B23B"/>
            </a:solidFill>
          </c:spPr>
          <c:cat>
            <c:strRef>
              <c:f>Sheet1!$A$2:$A$5</c:f>
              <c:strCache>
                <c:ptCount val="4"/>
                <c:pt idx="0">
                  <c:v>Demoed</c:v>
                </c:pt>
                <c:pt idx="1">
                  <c:v>Tracked</c:v>
                </c:pt>
                <c:pt idx="2">
                  <c:v>Pitched</c:v>
                </c:pt>
                <c:pt idx="3">
                  <c:v>Cut by artists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5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ECE4D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ECE4D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2011680"/>
          </a:xfrm>
          <a:prstGeom prst="rect">
            <a:avLst/>
          </a:prstGeom>
          <a:solidFill>
            <a:srgbClr val="E0B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2D27A"/>
                </a:solidFill>
                <a:latin typeface="Calibri"/>
              </a:rPr>
              <a:t>Song Catalog and Pitch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CE4D6"/>
                </a:solidFill>
                <a:latin typeface="Calibri"/>
              </a:rPr>
              <a:t>Andrew Morales for Silverbell Music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212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742E"/>
                </a:solidFill>
                <a:latin typeface="Calibri"/>
              </a:rPr>
              <a:t>Cuts pitched to country artists, drafts kept timestamped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E0B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265176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2D27A"/>
                </a:solidFill>
                <a:latin typeface="Calibri"/>
              </a:rPr>
              <a:t>The Working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3657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4D6"/>
                </a:solidFill>
                <a:latin typeface="Calibri"/>
              </a:rPr>
              <a:t>Five songs in motion, splits and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D27A"/>
                </a:solidFill>
                <a:latin typeface="Calibri"/>
              </a:rPr>
              <a:t>Catalog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858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4110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E0B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4110F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>
                    <a:solidFill>
                      <a:srgbClr val="E0B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4110F"/>
                          </a:solidFill>
                          <a:latin typeface="Calibri"/>
                        </a:rPr>
                        <a:t>Writer Share</a:t>
                      </a:r>
                    </a:p>
                  </a:txBody>
                  <a:tcPr>
                    <a:solidFill>
                      <a:srgbClr val="E0B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4110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E0B2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Porch Light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Tracked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River and the Rail</a:t>
                      </a:r>
                    </a:p>
                  </a:txBody>
                  <a:tcPr>
                    <a:solidFill>
                      <a:srgbClr val="2E2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2E2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2E2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Tracked</a:t>
                      </a:r>
                    </a:p>
                  </a:txBody>
                  <a:tcPr>
                    <a:solidFill>
                      <a:srgbClr val="2E2B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Caliche Road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Awaiting mix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Two Nashvilles</a:t>
                      </a:r>
                    </a:p>
                  </a:txBody>
                  <a:tcPr>
                    <a:solidFill>
                      <a:srgbClr val="2E2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2E2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2E2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To track</a:t>
                      </a:r>
                    </a:p>
                  </a:txBody>
                  <a:tcPr>
                    <a:solidFill>
                      <a:srgbClr val="2E2B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Cedar and Smoke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CE4D6"/>
                          </a:solidFill>
                          <a:latin typeface="Calibri"/>
                        </a:rPr>
                        <a:t>To track</a:t>
                      </a:r>
                    </a:p>
                  </a:txBody>
                  <a:tcPr>
                    <a:solidFill>
                      <a:srgbClr val="2220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D27A"/>
                </a:solidFill>
                <a:latin typeface="Calibri"/>
              </a:rPr>
              <a:t>Reach of the Catalog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182880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2D27A"/>
                </a:solidFill>
                <a:latin typeface="Calibri"/>
              </a:rPr>
              <a:t>One reached number 42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4D6"/>
                </a:solidFill>
                <a:latin typeface="Calibri"/>
              </a:rPr>
              <a:t>A Carly Thornton album cut climbed country radio.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4D6"/>
                </a:solidFill>
                <a:latin typeface="Calibri"/>
              </a:rPr>
              <a:t>Three songs recorded by other artists so far.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D27A"/>
                </a:solidFill>
                <a:latin typeface="Calibri"/>
              </a:rPr>
              <a:t>Authorship Hygiene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777240"/>
          </a:xfrm>
          <a:prstGeom prst="rect">
            <a:avLst/>
          </a:prstGeom>
          <a:solidFill>
            <a:srgbClr val="222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411480" cy="411480"/>
          </a:xfrm>
          <a:prstGeom prst="ellipse">
            <a:avLst/>
          </a:prstGeom>
          <a:solidFill>
            <a:srgbClr val="E0B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51790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4D6"/>
                </a:solidFill>
                <a:latin typeface="Calibri"/>
              </a:rPr>
              <a:t>Every draft and voice memo backed up the last Friday of the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10698480" cy="777240"/>
          </a:xfrm>
          <a:prstGeom prst="rect">
            <a:avLst/>
          </a:prstGeom>
          <a:solidFill>
            <a:srgbClr val="222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E0B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47802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4D6"/>
                </a:solidFill>
                <a:latin typeface="Calibri"/>
              </a:rPr>
              <a:t>Timestamped lyric sheets kept for every song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698480" cy="777240"/>
          </a:xfrm>
          <a:prstGeom prst="rect">
            <a:avLst/>
          </a:prstGeom>
          <a:solidFill>
            <a:srgbClr val="222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E0B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43814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4D6"/>
                </a:solidFill>
                <a:latin typeface="Calibri"/>
              </a:rPr>
              <a:t>Nothing unreleased leaves my hands without my say 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43400"/>
            <a:ext cx="10698480" cy="777240"/>
          </a:xfrm>
          <a:prstGeom prst="rect">
            <a:avLst/>
          </a:prstGeom>
          <a:solidFill>
            <a:srgbClr val="222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526280"/>
            <a:ext cx="411480" cy="411480"/>
          </a:xfrm>
          <a:prstGeom prst="ellipse">
            <a:avLst/>
          </a:prstGeom>
          <a:solidFill>
            <a:srgbClr val="E0B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398264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4D6"/>
                </a:solidFill>
                <a:latin typeface="Calibri"/>
              </a:rPr>
              <a:t>Splits agreed in writing before a co-write is tracked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E0B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2D27A"/>
                </a:solidFill>
                <a:latin typeface="Calibri"/>
              </a:rPr>
              <a:t>Pitch With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CE4D6"/>
                </a:solidFill>
                <a:latin typeface="Calibri"/>
              </a:rPr>
              <a:t>Honest songs, provable authorship, a voice that bends to any room.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9742E"/>
                </a:solidFill>
                <a:latin typeface="Calibri"/>
              </a:rPr>
              <a:t>Andrew Morales, andrew.morales@Greenridertech.co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2026-02-10T00:00:00Z</dcterms:created>
  <dcterms:modified xsi:type="dcterms:W3CDTF">2026-02-10T00:00:00Z</dcterms:modified>
  <cp:category/>
</cp:coreProperties>
</file>