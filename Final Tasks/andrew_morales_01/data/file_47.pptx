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Times a week</c:v>
                </c:pt>
              </c:strCache>
            </c:strRef>
          </c:tx>
          <c:spPr>
            <a:solidFill>
              <a:srgbClr val="1F8A5B"/>
            </a:solidFill>
          </c:spPr>
          <c:cat>
            <c:strRef>
              <c:f>Sheet1!$A$2:$A$6</c:f>
              <c:strCache>
                <c:ptCount val="5"/>
                <c:pt idx="0">
                  <c:v>Yoga</c:v>
                </c:pt>
                <c:pt idx="1">
                  <c:v>Sessions</c:v>
                </c:pt>
                <c:pt idx="2">
                  <c:v>Co-writes</c:v>
                </c:pt>
                <c:pt idx="3">
                  <c:v>Church</c:v>
                </c:pt>
                <c:pt idx="4">
                  <c:v>Family calls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4</c:v>
                </c:pt>
                <c:pt idx="2">
                  <c:v>2</c:v>
                </c:pt>
                <c:pt idx="3">
                  <c:v>1</c:v>
                </c:pt>
                <c:pt idx="4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4342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4342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Region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Region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Region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Region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Region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Region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Region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Region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Region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Region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Region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Regio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Region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8A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731520"/>
            <a:ext cx="548640" cy="548640"/>
          </a:xfrm>
          <a:prstGeom prst="ellipse">
            <a:avLst/>
          </a:prstGeom>
          <a:solidFill>
            <a:srgbClr val="6FB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Roots, Family, and Community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CDEBDD"/>
                </a:solidFill>
                <a:latin typeface="Calibri"/>
              </a:rPr>
              <a:t>How Andrew keeps San Antonio close from Nashville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Family, faith, and the table that holds them together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766E"/>
                </a:solidFill>
                <a:latin typeface="Calibri"/>
              </a:rPr>
              <a:t>The People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5895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423160"/>
                <a:gridCol w="2423160"/>
              </a:tblGrid>
              <a:tr h="67056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>
                    <a:solidFill>
                      <a:srgbClr val="1F8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Who</a:t>
                      </a:r>
                    </a:p>
                  </a:txBody>
                  <a:tcPr>
                    <a:solidFill>
                      <a:srgbClr val="1F8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>
                    <a:solidFill>
                      <a:srgbClr val="1F8A5B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Rosa Morales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Mother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San Antonio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Elena Morales</a:t>
                      </a:r>
                    </a:p>
                  </a:txBody>
                  <a:tcPr>
                    <a:solidFill>
                      <a:srgbClr val="C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Abuelita</a:t>
                      </a:r>
                    </a:p>
                  </a:txBody>
                  <a:tcPr>
                    <a:solidFill>
                      <a:srgbClr val="C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San Antonio</a:t>
                      </a:r>
                    </a:p>
                  </a:txBody>
                  <a:tcPr>
                    <a:solidFill>
                      <a:srgbClr val="CDEBDD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Carlos Morales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Brother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El Paso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Diego and Sofia</a:t>
                      </a:r>
                    </a:p>
                  </a:txBody>
                  <a:tcPr>
                    <a:solidFill>
                      <a:srgbClr val="C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Nephew and niece</a:t>
                      </a:r>
                    </a:p>
                  </a:txBody>
                  <a:tcPr>
                    <a:solidFill>
                      <a:srgbClr val="C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El Paso</a:t>
                      </a:r>
                    </a:p>
                  </a:txBody>
                  <a:tcPr>
                    <a:solidFill>
                      <a:srgbClr val="CDEBDD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Reggie Fontenot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Cousin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San Antonio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Oval 3"/>
          <p:cNvSpPr/>
          <p:nvPr/>
        </p:nvSpPr>
        <p:spPr>
          <a:xfrm>
            <a:off x="8641080" y="1600200"/>
            <a:ext cx="457200" cy="457200"/>
          </a:xfrm>
          <a:prstGeom prst="ellipse">
            <a:avLst/>
          </a:prstGeom>
          <a:solidFill>
            <a:srgbClr val="6FB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49640" y="2194560"/>
            <a:ext cx="33832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Sends Mama $300 a month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4342A"/>
                </a:solidFill>
                <a:latin typeface="Calibri"/>
              </a:rPr>
              <a:t>Nightly calls, Saturday video with the kids.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766E"/>
                </a:solidFill>
                <a:latin typeface="Calibri"/>
              </a:rPr>
              <a:t>Weekly Anchors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68580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863840" y="1828800"/>
            <a:ext cx="36576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A steady week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4342A"/>
                </a:solidFill>
                <a:latin typeface="Calibri"/>
              </a:rPr>
              <a:t>Yoga Monday, Wednesday, Friday at Sunrise Flow.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4342A"/>
                </a:solidFill>
                <a:latin typeface="Calibri"/>
              </a:rPr>
              <a:t>Choir Sundays at New Harvest Fellowship.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Keeping the Roots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10515600" cy="822960"/>
          </a:xfrm>
          <a:prstGeom prst="rect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755648"/>
            <a:ext cx="411480" cy="411480"/>
          </a:xfrm>
          <a:prstGeom prst="ellipse">
            <a:avLst/>
          </a:prstGeom>
          <a:solidFill>
            <a:srgbClr val="6FB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664208"/>
            <a:ext cx="9144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Cooks mole, tamales, and pozole from scratch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10515600" cy="822960"/>
          </a:xfrm>
          <a:prstGeom prst="rect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761488"/>
            <a:ext cx="411480" cy="411480"/>
          </a:xfrm>
          <a:prstGeom prst="ellipse">
            <a:avLst/>
          </a:prstGeom>
          <a:solidFill>
            <a:srgbClr val="6FB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670048"/>
            <a:ext cx="9144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Speaks Spanish with Abuelita each week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566160"/>
            <a:ext cx="10515600" cy="822960"/>
          </a:xfrm>
          <a:prstGeom prst="rect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767328"/>
            <a:ext cx="411480" cy="411480"/>
          </a:xfrm>
          <a:prstGeom prst="ellipse">
            <a:avLst/>
          </a:prstGeom>
          <a:solidFill>
            <a:srgbClr val="6FB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675888"/>
            <a:ext cx="9144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Builds the family altar the first of November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572000"/>
            <a:ext cx="10515600" cy="822960"/>
          </a:xfrm>
          <a:prstGeom prst="rect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4773168"/>
            <a:ext cx="411480" cy="411480"/>
          </a:xfrm>
          <a:prstGeom prst="ellipse">
            <a:avLst/>
          </a:prstGeom>
          <a:solidFill>
            <a:srgbClr val="6FB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4681728"/>
            <a:ext cx="9144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Coffee the San Antonio way, with piloncillo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766E"/>
                </a:solidFill>
                <a:latin typeface="Calibri"/>
              </a:rPr>
              <a:t>Faith and Music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67665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8A5B"/>
                </a:solidFill>
                <a:latin typeface="Calibri"/>
              </a:rPr>
              <a:t>New Harvest Fellowship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4342A"/>
                </a:solidFill>
                <a:latin typeface="Calibri"/>
              </a:rPr>
              <a:t>Sings in the choir most Sundays, spiritual anchor since moving to Nashville.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1F8A5B"/>
                </a:solidFill>
                <a:latin typeface="Calibri"/>
              </a:rPr>
              <a:t>Pastor Evelyn Rhodes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4342A"/>
                </a:solidFill>
                <a:latin typeface="Calibri"/>
              </a:rPr>
              <a:t>A steady voice through the gray winter and the career uncertainty.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766E"/>
                </a:solidFill>
                <a:latin typeface="Calibri"/>
              </a:rPr>
              <a:t>Mariachi roots are non negotiable in the singing.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80960" y="1371600"/>
            <a:ext cx="3840480" cy="3657600"/>
          </a:xfrm>
          <a:prstGeom prst="rect">
            <a:avLst/>
          </a:prstGeom>
          <a:solidFill>
            <a:srgbClr val="C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80960" y="1371600"/>
            <a:ext cx="3840480" cy="164592"/>
          </a:xfrm>
          <a:prstGeom prst="rect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645920"/>
            <a:ext cx="33832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Sunday rhythm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4342A"/>
                </a:solidFill>
                <a:latin typeface="Calibri"/>
              </a:rPr>
              <a:t>Choir at nine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4342A"/>
                </a:solidFill>
                <a:latin typeface="Calibri"/>
              </a:rPr>
              <a:t>Pozole on the stove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4342A"/>
                </a:solidFill>
                <a:latin typeface="Calibri"/>
              </a:rPr>
              <a:t>Video call with the kids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4342A"/>
                </a:solidFill>
                <a:latin typeface="Calibri"/>
              </a:rPr>
              <a:t>Voice rested for the week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8A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Home Travels With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747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CDEBDD"/>
                </a:solidFill>
                <a:latin typeface="Calibri"/>
              </a:rPr>
              <a:t>Nashville built the career, San Antonio built the man.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CDEBDD"/>
                </a:solidFill>
                <a:latin typeface="Calibri"/>
              </a:rPr>
              <a:t>Andrew Morales, andrew.morales@Greenridertech.co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2026-02-10T09:12:00Z</dcterms:created>
  <dcterms:modified xsi:type="dcterms:W3CDTF">2026-02-10T09:12:00Z</dcterms:modified>
  <cp:category/>
</cp:coreProperties>
</file>