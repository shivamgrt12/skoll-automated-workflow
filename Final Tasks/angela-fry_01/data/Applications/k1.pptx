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C8A24B"/>
            </a:solidFill>
          </c:spPr>
          <c:cat>
            <c:strRef>
              <c:f>Sheet1!$A$2:$A$7</c:f>
              <c:strCache>
                <c:ptCount val="6"/>
                <c:pt idx="0">
                  <c:v>Cords</c:v>
                </c:pt>
                <c:pt idx="1">
                  <c:v>Trophies</c:v>
                </c:pt>
                <c:pt idx="2">
                  <c:v>Uniforms</c:v>
                </c:pt>
                <c:pt idx="3">
                  <c:v>Photo</c:v>
                </c:pt>
                <c:pt idx="4">
                  <c:v>Programs</c:v>
                </c:pt>
                <c:pt idx="5">
                  <c:v>Sound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240</c:v>
                </c:pt>
                <c:pt idx="1">
                  <c:v>228</c:v>
                </c:pt>
                <c:pt idx="2">
                  <c:v>192</c:v>
                </c:pt>
                <c:pt idx="3">
                  <c:v>350</c:v>
                </c:pt>
                <c:pt idx="4">
                  <c:v>108</c:v>
                </c:pt>
                <c:pt idx="5">
                  <c:v>175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C8A24B"/>
                </a:solidFill>
                <a:latin typeface="Calibri"/>
              </a:rPr>
              <a:t>Roots Annual Belt Ceremony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3ECDD"/>
                </a:solidFill>
                <a:latin typeface="Calibri"/>
              </a:rPr>
              <a:t>Saturday, November 14, 2026, 4:00 PM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3ECDD"/>
                </a:solidFill>
                <a:latin typeface="Calibri"/>
              </a:rPr>
              <a:t>The studio at 1615 Broadway, Sacramento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3ECDD"/>
                </a:solidFill>
                <a:latin typeface="Calibri"/>
              </a:rPr>
              <a:t>Run of show, roles, and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C8A24B"/>
                </a:solidFill>
                <a:latin typeface="Calibri"/>
              </a:rPr>
              <a:t>Lead instructor Angela Fry, lineage under Mestre Pintado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C8A24B"/>
                </a:solidFill>
                <a:latin typeface="Calibri"/>
              </a:rPr>
              <a:t>Program Timeline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257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8A24B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8A24B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8A24B"/>
                          </a:solidFill>
                          <a:latin typeface="Calibri"/>
                        </a:rPr>
                        <a:t>Lead</a:t>
                      </a:r>
                    </a:p>
                  </a:txBody>
                  <a:tcPr>
                    <a:solidFill>
                      <a:srgbClr val="1F3D2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4:00 PM</a:t>
                      </a:r>
                    </a:p>
                  </a:txBody>
                  <a:tcPr>
                    <a:solidFill>
                      <a:srgbClr val="EDE3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Roda opens, senior students</a:t>
                      </a:r>
                    </a:p>
                  </a:txBody>
                  <a:tcPr>
                    <a:solidFill>
                      <a:srgbClr val="EDE3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Angela</a:t>
                      </a:r>
                    </a:p>
                  </a:txBody>
                  <a:tcPr>
                    <a:solidFill>
                      <a:srgbClr val="EDE3C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4:30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Kids demonstration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Tomas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5:00 PM</a:t>
                      </a:r>
                    </a:p>
                  </a:txBody>
                  <a:tcPr>
                    <a:solidFill>
                      <a:srgbClr val="EDE3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Adult sequences and partner play</a:t>
                      </a:r>
                    </a:p>
                  </a:txBody>
                  <a:tcPr>
                    <a:solidFill>
                      <a:srgbClr val="EDE3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Angela</a:t>
                      </a:r>
                    </a:p>
                  </a:txBody>
                  <a:tcPr>
                    <a:solidFill>
                      <a:srgbClr val="EDE3C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5:30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Cord promotions across all levels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Angela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6:00 PM</a:t>
                      </a:r>
                    </a:p>
                  </a:txBody>
                  <a:tcPr>
                    <a:solidFill>
                      <a:srgbClr val="EDE3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Master Instructor evaluation</a:t>
                      </a:r>
                    </a:p>
                  </a:txBody>
                  <a:tcPr>
                    <a:solidFill>
                      <a:srgbClr val="EDE3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Mestre Pintado</a:t>
                      </a:r>
                    </a:p>
                  </a:txBody>
                  <a:tcPr>
                    <a:solidFill>
                      <a:srgbClr val="EDE3C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6:45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Closing roda and group photo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7:00 PM</a:t>
                      </a:r>
                    </a:p>
                  </a:txBody>
                  <a:tcPr>
                    <a:solidFill>
                      <a:srgbClr val="EDE3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Food, pao de queijo and brigadeiro</a:t>
                      </a:r>
                    </a:p>
                  </a:txBody>
                  <a:tcPr>
                    <a:solidFill>
                      <a:srgbClr val="EDE3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331F"/>
                          </a:solidFill>
                          <a:latin typeface="Calibri"/>
                        </a:rPr>
                        <a:t>Volunteers</a:t>
                      </a:r>
                    </a:p>
                  </a:txBody>
                  <a:tcPr>
                    <a:solidFill>
                      <a:srgbClr val="EDE3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C8A24B"/>
                </a:solidFill>
                <a:latin typeface="Calibri"/>
              </a:rPr>
              <a:t>Roles and Assignments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
                  <a:srgbClr val="F3ECDD"/>
                </a:solidFill>
                <a:latin typeface="Calibri"/>
              </a:rPr>
              <a:t>Angela, opens the roda and presides over adult promotions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F3ECDD"/>
                </a:solidFill>
                <a:latin typeface="Calibri"/>
              </a:rPr>
              <a:t>Tomas Ferreira, leads the kids demonstration and warmups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F3ECDD"/>
                </a:solidFill>
                <a:latin typeface="Calibri"/>
              </a:rPr>
              <a:t>Mestre Pintado, observes the roda and the Master Instructor evaluation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F3ECDD"/>
                </a:solidFill>
                <a:latin typeface="Calibri"/>
              </a:rPr>
              <a:t>Sofia, front table, RSVP check in and seating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F3ECDD"/>
                </a:solidFill>
                <a:latin typeface="Calibri"/>
              </a:rPr>
              <a:t>Two senior students, music rotation on berimbau and pandeiro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F3ECDD"/>
                </a:solidFill>
                <a:latin typeface="Calibri"/>
              </a:rPr>
              <a:t>Volunteer parents, food table and chairs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F3ECDD"/>
                </a:solidFill>
                <a:latin typeface="Calibri"/>
              </a:rPr>
              <a:t>Photographer, group photo at 6:45 and candid coverage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C8A24B"/>
                </a:solidFill>
                <a:latin typeface="Calibri"/>
              </a:rPr>
              <a:t>Budget Snapshot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280160"/>
          <a:ext cx="69494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645920"/>
            <a:ext cx="38404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3331F"/>
                </a:solidFill>
                <a:latin typeface="Calibri"/>
              </a:rPr>
              <a:t>Equipment fund, 2,600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3331F"/>
                </a:solidFill>
                <a:latin typeface="Calibri"/>
              </a:rPr>
              <a:t>Committed to date, 2,104.88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3331F"/>
                </a:solidFill>
                <a:latin typeface="Calibri"/>
              </a:rPr>
              <a:t>Remaining in fund, 495.12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3331F"/>
                </a:solidFill>
                <a:latin typeface="Calibri"/>
              </a:rPr>
              <a:t>Three items cleared the 200 approval gate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3331F"/>
                </a:solidFill>
                <a:latin typeface="Calibri"/>
              </a:rPr>
              <a:t>Cords, trophies, and photographer approved by Angela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C8A24B"/>
                </a:solidFill>
                <a:latin typeface="Calibri"/>
              </a:rPr>
              <a:t>Guests and Seating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
                  <a:srgbClr val="F3ECDD"/>
                </a:solidFill>
                <a:latin typeface="Calibri"/>
              </a:rPr>
              <a:t>More than eighty guests expected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F3ECDD"/>
                </a:solidFill>
                <a:latin typeface="Calibri"/>
              </a:rPr>
              <a:t>RSVP by November 1 through the academy page or info line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F3ECDD"/>
                </a:solidFill>
                <a:latin typeface="Calibri"/>
              </a:rPr>
              <a:t>Reserved front rows for visiting instructors and families of promoting students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F3ECDD"/>
                </a:solidFill>
                <a:latin typeface="Calibri"/>
              </a:rPr>
              <a:t>Eighty chairs rented, room set in a half circle around the roda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F3ECDD"/>
                </a:solidFill>
                <a:latin typeface="Calibri"/>
              </a:rPr>
              <a:t>Overflow standing along the south wall near the music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A2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1F3D2B"/>
                </a:solidFill>
                <a:latin typeface="Calibri"/>
              </a:rPr>
              <a:t>Obrigada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23331F"/>
                </a:solidFill>
                <a:latin typeface="Calibri"/>
              </a:rPr>
              <a:t>Questions to Angela Fry, info@rootscapoeiraacademy.com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Roots Annual Belt Ceremony</dc:title>
  <dc:subject/>
  <dc:creator>Angela Fry</dc:creator>
  <cp:keywords/>
  <dc:description>generated using python-pptx</dc:description>
  <cp:lastModifiedBy>Angela Fry</cp:lastModifiedBy>
  <cp:revision>1</cp:revision>
  <dcterms:created xsi:type="dcterms:W3CDTF">2026-02-18T10:00:00Z</dcterms:created>
  <dcterms:modified xsi:type="dcterms:W3CDTF">2026-02-18T10:00:00Z</dcterms:modified>
  <cp:category/>
</cp:coreProperties>
</file>