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miles</c:v>
                </c:pt>
              </c:strCache>
            </c:strRef>
          </c:tx>
          <c:spPr>
            <a:solidFill>
              <a:srgbClr val="E07B39"/>
            </a:solidFill>
          </c:spPr>
          <c:cat>
            <c:strRef>
              <c:f>Sheet1!$A$2:$A$8</c:f>
              <c:strCache>
                <c:ptCount val="7"/>
                <c:pt idx="0">
                  <c:v>Wk 4</c:v>
                </c:pt>
                <c:pt idx="1">
                  <c:v>Wk 6</c:v>
                </c:pt>
                <c:pt idx="2">
                  <c:v>Wk 8</c:v>
                </c:pt>
                <c:pt idx="3">
                  <c:v>Wk 10</c:v>
                </c:pt>
                <c:pt idx="4">
                  <c:v>Wk 12</c:v>
                </c:pt>
                <c:pt idx="5">
                  <c:v>Wk 13</c:v>
                </c:pt>
                <c:pt idx="6">
                  <c:v>Wk 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78</c:v>
                </c:pt>
                <c:pt idx="2">
                  <c:v>60</c:v>
                </c:pt>
                <c:pt idx="3">
                  <c:v>100</c:v>
                </c:pt>
                <c:pt idx="4">
                  <c:v>72</c:v>
                </c:pt>
                <c:pt idx="5">
                  <c:v>112</c:v>
                </c:pt>
                <c:pt idx="6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E07B39"/>
                </a:solidFill>
                <a:latin typeface="Calibri"/>
              </a:rPr>
              <a:t>Gold Country Century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6EADD"/>
                </a:solidFill>
                <a:latin typeface="Calibri"/>
              </a:rPr>
              <a:t>Ride 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100 miles, Sunday, October 18, 2026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Rolling start, Plymouth fairgrounds, 7:00 AM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Rider Angela Fry, bib 417, with Marcus Chen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6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07B39"/>
                </a:solidFill>
                <a:latin typeface="Calibri"/>
              </a:rPr>
              <a:t>Pacing by Segment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046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07B39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26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07B39"/>
                          </a:solidFill>
                          <a:latin typeface="Calibri"/>
                        </a:rPr>
                        <a:t>Miles</a:t>
                      </a:r>
                    </a:p>
                  </a:txBody>
                  <a:tcPr>
                    <a:solidFill>
                      <a:srgbClr val="26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07B39"/>
                          </a:solidFill>
                          <a:latin typeface="Calibri"/>
                        </a:rPr>
                        <a:t>Terrain</a:t>
                      </a:r>
                    </a:p>
                  </a:txBody>
                  <a:tcPr>
                    <a:solidFill>
                      <a:srgbClr val="262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07B39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26222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Start to stop one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0 to 28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rolling valley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easy, settle in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Stop one to two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28 to 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foothill climbs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steady tempo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Stop two to three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52 to 74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long grades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controlled, fuel well</a:t>
                      </a:r>
                    </a:p>
                  </a:txBody>
                  <a:tcPr>
                    <a:solidFill>
                      <a:srgbClr val="F0DCC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Stop three to 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74 to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downhill and flats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320"/>
                          </a:solidFill>
                          <a:latin typeface="Calibri"/>
                        </a:rPr>
                        <a:t>hold form, finish smooth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6EADD"/>
                </a:solidFill>
                <a:latin typeface="Calibri"/>
              </a:rPr>
              <a:t>Fueling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320"/>
                </a:solidFill>
                <a:latin typeface="Calibri"/>
              </a:rPr>
              <a:t>Breakfast, oats and espresso, two hours before the start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320"/>
                </a:solidFill>
                <a:latin typeface="Calibri"/>
              </a:rPr>
              <a:t>Sixty grams of carbohydrate every hour on the bike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320"/>
                </a:solidFill>
                <a:latin typeface="Calibri"/>
              </a:rPr>
              <a:t>Two bottles an hour, electrolytes once the sun is up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320"/>
                </a:solidFill>
                <a:latin typeface="Calibri"/>
              </a:rPr>
              <a:t>Real food at stops one and three, gels between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320"/>
                </a:solidFill>
                <a:latin typeface="Calibri"/>
              </a:rPr>
              <a:t>Recovery shake and the post ride meal at the fairgrounds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6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E07B39"/>
                </a:solidFill>
                <a:latin typeface="Calibri"/>
              </a:rPr>
              <a:t>Build Into the Peak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7B39"/>
                </a:solidFill>
                <a:latin typeface="Calibri"/>
              </a:rPr>
              <a:t>Stops and 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Four supported rest stops on course, water and food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Meet point, fairgrounds gate at 6:15 AM with Marcus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Emergency contact, Marcus Chen, 916 555 0365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6EADD"/>
                </a:solidFill>
                <a:latin typeface="Calibri"/>
              </a:rPr>
              <a:t>Packet pickup the afternoon before at the fairgrounds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7B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262220"/>
                </a:solidFill>
                <a:latin typeface="Calibri"/>
              </a:rPr>
              <a:t>Steady, not fast. Finish strong.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Country Century Ride Plan</dc:title>
  <dc:subject/>
  <dc:creator>Angela Fry</dc:creator>
  <cp:keywords/>
  <dc:description>generated using python-pptx</dc:description>
  <cp:lastModifiedBy>Angela Fry</cp:lastModifiedBy>
  <cp:revision>1</cp:revision>
  <dcterms:created xsi:type="dcterms:W3CDTF">2026-02-18T10:00:00Z</dcterms:created>
  <dcterms:modified xsi:type="dcterms:W3CDTF">2026-02-18T10:00:00Z</dcterms:modified>
  <cp:category/>
</cp:coreProperties>
</file>