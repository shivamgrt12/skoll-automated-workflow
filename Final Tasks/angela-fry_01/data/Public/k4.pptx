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4495E"/>
            </a:solidFill>
          </c:spPr>
          <c:cat>
            <c:strRef>
              <c:f>Sheet1!$A$2:$A$6</c:f>
              <c:strCache>
                <c:ptCount val="5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3945</c:v>
                </c:pt>
                <c:pt idx="1">
                  <c:v>3985</c:v>
                </c:pt>
                <c:pt idx="2">
                  <c:v>3800</c:v>
                </c:pt>
                <c:pt idx="3">
                  <c:v>3960</c:v>
                </c:pt>
                <c:pt idx="4">
                  <c:v>3845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</c:v>
                </c:pt>
              </c:strCache>
            </c:strRef>
          </c:tx>
          <c:spPr>
            <a:solidFill>
              <a:srgbClr val="E1A730"/>
            </a:solidFill>
          </c:spPr>
          <c:cat>
            <c:strRef>
              <c:f>Sheet1!$A$2:$A$6</c:f>
              <c:strCache>
                <c:ptCount val="5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1295</c:v>
                </c:pt>
                <c:pt idx="1">
                  <c:v>1285</c:v>
                </c:pt>
                <c:pt idx="2">
                  <c:v>1230</c:v>
                </c:pt>
                <c:pt idx="3">
                  <c:v>1290</c:v>
                </c:pt>
                <c:pt idx="4">
                  <c:v>1250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54864"/>
          </a:xfrm>
          <a:prstGeom prst="rect">
            <a:avLst/>
          </a:prstGeom>
          <a:solidFill>
            <a:srgbClr val="E1A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Roots Martial Arts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1A730"/>
                </a:solidFill>
                <a:latin typeface="Calibri"/>
              </a:rPr>
              <a:t>Quarterly Operations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D7DEE6"/>
                </a:solidFill>
                <a:latin typeface="Calibri"/>
              </a:rPr>
              <a:t>Review window, January and February 2026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7DEE6"/>
                </a:solidFill>
                <a:latin typeface="Calibri"/>
              </a:rPr>
              <a:t>Prepared by Angela Fry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D7DEE6"/>
                </a:solidFill>
                <a:latin typeface="Calibri"/>
              </a:rPr>
              <a:t>For internal planning and the CPA file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Membership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43140"/>
                </a:solidFill>
                <a:latin typeface="Calibri"/>
              </a:rPr>
              <a:t>Forty four active members, membership at 85 a month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43140"/>
                </a:solidFill>
                <a:latin typeface="Calibri"/>
              </a:rPr>
              <a:t>Drop in at 15 a class, steady at five to nine a week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43140"/>
                </a:solidFill>
                <a:latin typeface="Calibri"/>
              </a:rPr>
              <a:t>One trial student in February, welcome flow in place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43140"/>
                </a:solidFill>
                <a:latin typeface="Calibri"/>
              </a:rPr>
              <a:t>Belt season pushing kids and teen attendance up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1A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34495E"/>
                </a:solidFill>
                <a:latin typeface="Calibri"/>
              </a:rPr>
              <a:t>Revenue and Net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371600"/>
          <a:ext cx="106070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Break-even Model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753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Monthly cost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Members to break even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3140"/>
                          </a:solidFill>
                          <a:latin typeface="Calibri"/>
                        </a:rPr>
                        <a:t>Current rent</a:t>
                      </a:r>
                    </a:p>
                  </a:txBody>
                  <a:tcPr>
                    <a:solidFill>
                      <a:srgbClr val="E5E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3140"/>
                          </a:solidFill>
                          <a:latin typeface="Calibri"/>
                        </a:rPr>
                        <a:t>4,170</a:t>
                      </a:r>
                    </a:p>
                  </a:txBody>
                  <a:tcPr>
                    <a:solidFill>
                      <a:srgbClr val="E5EA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314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E5EAF0"/>
                    </a:solidFill>
                  </a:tcPr>
                </a:tc>
              </a:tr>
              <a:tr h="9753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3140"/>
                          </a:solidFill>
                          <a:latin typeface="Calibri"/>
                        </a:rPr>
                        <a:t>Proposed rent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3140"/>
                          </a:solidFill>
                          <a:latin typeface="Calibri"/>
                        </a:rPr>
                        <a:t>4,420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3140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21040" y="1737360"/>
            <a:ext cx="3383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243140"/>
                </a:solidFill>
                <a:latin typeface="Calibri"/>
              </a:rPr>
              <a:t>Currently forty four members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243140"/>
                </a:solidFill>
                <a:latin typeface="Calibri"/>
              </a:rPr>
              <a:t>Six short at current rent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243140"/>
                </a:solidFill>
                <a:latin typeface="Calibri"/>
              </a:rPr>
              <a:t>Eight short if the lease rises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243140"/>
                </a:solidFill>
                <a:latin typeface="Calibri"/>
              </a:rPr>
              <a:t>Plan, grow to fifty two by ceremony season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1A730"/>
                </a:solidFill>
                <a:latin typeface="Calibri"/>
              </a:rPr>
              <a:t>Goals for Next Quarter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
                  <a:srgbClr val="D7DEE6"/>
                </a:solidFill>
                <a:latin typeface="Calibri"/>
              </a:rPr>
              <a:t>Convert the February trial and two waitlist families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D7DEE6"/>
                </a:solidFill>
                <a:latin typeface="Calibri"/>
              </a:rPr>
              <a:t>Hold drop in income steady through the belt build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D7DEE6"/>
                </a:solidFill>
                <a:latin typeface="Calibri"/>
              </a:rPr>
              <a:t>Set the uniform and equipment order before the ceremony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D7DEE6"/>
                </a:solidFill>
                <a:latin typeface="Calibri"/>
              </a:rPr>
              <a:t>Bring the break-even gap under four members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A7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34495E"/>
                </a:solidFill>
                <a:latin typeface="Calibri"/>
              </a:rPr>
              <a:t>Roots Academy, built one cord at a time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Roots Quarterly Operations Review</dc:title>
  <dc:subject/>
  <dc:creator>Angela Fry</dc:creator>
  <cp:keywords/>
  <dc:description>generated using python-pptx</dc:description>
  <cp:lastModifiedBy>Angela Fry</cp:lastModifiedBy>
  <cp:revision>1</cp:revision>
  <dcterms:created xsi:type="dcterms:W3CDTF">2026-02-18T10:00:00Z</dcterms:created>
  <dcterms:modified xsi:type="dcterms:W3CDTF">2026-02-18T10:00:00Z</dcterms:modified>
  <cp:category/>
</cp:coreProperties>
</file>