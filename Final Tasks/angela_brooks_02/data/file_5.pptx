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Sessions that reached this far</c:v>
                </c:pt>
              </c:strCache>
            </c:strRef>
          </c:tx>
          <c:spPr>
            <a:solidFill>
              <a:srgbClr val="E0A94A"/>
            </a:solidFill>
          </c:spPr>
          <c:cat>
            <c:strRef>
              <c:f>Sheet1!$A$2:$A$5</c:f>
              <c:strCache>
                <c:ptCount val="4"/>
                <c:pt idx="0">
                  <c:v>Festival</c:v>
                </c:pt>
                <c:pt idx="1">
                  <c:v>General store</c:v>
                </c:pt>
                <c:pt idx="2">
                  <c:v>River road</c:v>
                </c:pt>
                <c:pt idx="3">
                  <c:v>Night sky teaser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17</c:v>
                </c:pt>
                <c:pt idx="2">
                  <c:v>13</c:v>
                </c:pt>
                <c:pt idx="3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>
                  <a:solidFill>
                    <a:srgbClr val="F3ECD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3ECD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640080"/>
            <a:ext cx="201168" cy="201168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640080"/>
            <a:ext cx="201168" cy="201168"/>
          </a:xfrm>
          <a:prstGeom prst="ellipse">
            <a:avLst/>
          </a:prstGeom>
          <a:solidFill>
            <a:srgbClr val="6F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640080"/>
            <a:ext cx="201168" cy="201168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640080"/>
            <a:ext cx="201168" cy="201168"/>
          </a:xfrm>
          <a:prstGeom prst="ellipse">
            <a:avLst/>
          </a:prstGeom>
          <a:solidFill>
            <a:srgbClr val="6F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2011680" cy="64008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0A94A"/>
                </a:solidFill>
                <a:latin typeface="Calibri"/>
              </a:rPr>
              <a:t>A NARRATIVE PIXEL ART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46888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200" b="1" i="0">
                <a:solidFill>
                  <a:srgbClr val="F3ECDD"/>
                </a:solidFill>
                <a:latin typeface="Georgia"/>
              </a:rPr>
              <a:t>Lantern Tides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93192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1">
                <a:solidFill>
                  <a:srgbClr val="6FA3B0"/>
                </a:solidFill>
                <a:latin typeface="Georgia"/>
              </a:rPr>
              <a:t>Memory, attention, and a grandmother's last autumn in a 1974 river town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669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9386"/>
                </a:solidFill>
                <a:latin typeface="Calibri"/>
              </a:rPr>
              <a:t>Cascadia Indie Showcase, November 8, 2026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9386"/>
                </a:solidFill>
                <a:latin typeface="Calibri"/>
              </a:rPr>
              <a:t>Angela Brooks, solo developer   .   angelabrooks.design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05840"/>
            <a:ext cx="146304" cy="4480560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0A94A"/>
                </a:solidFill>
                <a:latin typeface="Calibri"/>
              </a:rPr>
              <a:t>01</a:t>
            </a:r>
            <a:r>
              <a:rPr sz="3000" b="1" i="0">
                <a:solidFill>
                  <a:srgbClr val="F3ECDD"/>
                </a:solidFill>
                <a:latin typeface="Georgia"/>
              </a:rPr>
              <a:t>   The premise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509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F3ECDD"/>
                </a:solidFill>
                <a:latin typeface="Georgia"/>
              </a:rPr>
              <a:t>Marigold is a small river town, inland Pacific Northwest, autumn 1974. Opal walks it one last time.</a:t>
            </a:r>
          </a:p>
          <a:p>
            <a:pPr algn="l">
              <a:spcAft>
                <a:spcPts val="800"/>
              </a:spcAft>
            </a:pPr>
            <a:r>
              <a:rPr sz="800" b="0" i="0">
                <a:solidFill>
                  <a:srgbClr val="F3ECDD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9A9386"/>
                </a:solidFill>
                <a:latin typeface="Calibri"/>
              </a:rPr>
              <a:t>The lanterns along Main Street hold single memories. When she lights one, she steps back into a held moment. The player sees the town through what she chooses to notice. It is dialogue heavy, slow on purpose, and built frame by frame.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5778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FA3B0"/>
                </a:solidFill>
                <a:latin typeface="Georgia"/>
              </a:rPr>
              <a:t>Drawn from the small town stories I grew up hearing on Sunday calls.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0A94A"/>
                </a:solidFill>
                <a:latin typeface="Calibri"/>
              </a:rPr>
              <a:t>02</a:t>
            </a:r>
            <a:r>
              <a:rPr sz="3000" b="1" i="0">
                <a:solidFill>
                  <a:srgbClr val="F3ECDD"/>
                </a:solidFill>
                <a:latin typeface="Georgia"/>
              </a:rPr>
              <a:t>   How far playtesters got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9386"/>
                </a:solidFill>
                <a:latin typeface="Calibri"/>
              </a:rPr>
              <a:t>Twenty closed sessions, January to February 2026, build 0.6.5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011680"/>
          <a:ext cx="10515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0A94A"/>
                </a:solidFill>
                <a:latin typeface="Calibri"/>
              </a:rPr>
              <a:t>03</a:t>
            </a:r>
            <a:r>
              <a:rPr sz="3000" b="1" i="0">
                <a:solidFill>
                  <a:srgbClr val="F3ECDD"/>
                </a:solidFill>
                <a:latin typeface="Georgia"/>
              </a:rPr>
              <a:t>   Where the build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3ECDD"/>
                </a:solidFill>
                <a:latin typeface="Georgia"/>
              </a:rPr>
              <a:t>1  The Lantern Festival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700784"/>
            <a:ext cx="4754880" cy="237744"/>
          </a:xfrm>
          <a:prstGeom prst="rect">
            <a:avLst/>
          </a:prstGeom>
          <a:solidFill>
            <a:srgbClr val="22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0" y="1700784"/>
            <a:ext cx="4754880" cy="237744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16459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A9386"/>
                </a:solidFill>
                <a:latin typeface="Calibri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3ECDD"/>
                </a:solidFill>
                <a:latin typeface="Georgia"/>
              </a:rPr>
              <a:t>2  The General 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2267712"/>
            <a:ext cx="4754880" cy="237744"/>
          </a:xfrm>
          <a:prstGeom prst="rect">
            <a:avLst/>
          </a:prstGeom>
          <a:solidFill>
            <a:srgbClr val="22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2267712"/>
            <a:ext cx="4754880" cy="237744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221284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A9386"/>
                </a:solidFill>
                <a:latin typeface="Calibr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7977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3ECDD"/>
                </a:solidFill>
                <a:latin typeface="Georgia"/>
              </a:rPr>
              <a:t>3  The River Road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834640"/>
            <a:ext cx="4754880" cy="237744"/>
          </a:xfrm>
          <a:prstGeom prst="rect">
            <a:avLst/>
          </a:prstGeom>
          <a:solidFill>
            <a:srgbClr val="22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2834640"/>
            <a:ext cx="4279392" cy="237744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2779776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A9386"/>
                </a:solidFill>
                <a:latin typeface="Calibri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46704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3ECDD"/>
                </a:solidFill>
                <a:latin typeface="Georgia"/>
              </a:rPr>
              <a:t>4  The Night Sky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3401568"/>
            <a:ext cx="4754880" cy="237744"/>
          </a:xfrm>
          <a:prstGeom prst="rect">
            <a:avLst/>
          </a:prstGeom>
          <a:solidFill>
            <a:srgbClr val="22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3401568"/>
            <a:ext cx="2139696" cy="237744"/>
          </a:xfrm>
          <a:prstGeom prst="rect">
            <a:avLst/>
          </a:prstGeom>
          <a:solidFill>
            <a:srgbClr val="6F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334670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A9386"/>
                </a:solidFill>
                <a:latin typeface="Calibri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1363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3ECDD"/>
                </a:solidFill>
                <a:latin typeface="Georgia"/>
              </a:rPr>
              <a:t>5  The Bakery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3968496"/>
            <a:ext cx="4754880" cy="237744"/>
          </a:xfrm>
          <a:prstGeom prst="rect">
            <a:avLst/>
          </a:prstGeom>
          <a:solidFill>
            <a:srgbClr val="22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3968496"/>
            <a:ext cx="475488" cy="237744"/>
          </a:xfrm>
          <a:prstGeom prst="rect">
            <a:avLst/>
          </a:prstGeom>
          <a:solidFill>
            <a:srgbClr val="7FA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391363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A9386"/>
                </a:solidFill>
                <a:latin typeface="Calibri"/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80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3ECDD"/>
                </a:solidFill>
                <a:latin typeface="Georgia"/>
              </a:rPr>
              <a:t>6  The Letter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4535424"/>
            <a:ext cx="4754880" cy="237744"/>
          </a:xfrm>
          <a:prstGeom prst="rect">
            <a:avLst/>
          </a:prstGeom>
          <a:solidFill>
            <a:srgbClr val="22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0" y="4535424"/>
            <a:ext cx="475488" cy="237744"/>
          </a:xfrm>
          <a:prstGeom prst="rect">
            <a:avLst/>
          </a:prstGeom>
          <a:solidFill>
            <a:srgbClr val="7FA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0" y="448056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A9386"/>
                </a:solidFill>
                <a:latin typeface="Calibri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4748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3ECDD"/>
                </a:solidFill>
                <a:latin typeface="Georgia"/>
              </a:rPr>
              <a:t>7  The Long Way Home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5102352"/>
            <a:ext cx="4754880" cy="237744"/>
          </a:xfrm>
          <a:prstGeom prst="rect">
            <a:avLst/>
          </a:prstGeom>
          <a:solidFill>
            <a:srgbClr val="22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5102352"/>
            <a:ext cx="237744" cy="237744"/>
          </a:xfrm>
          <a:prstGeom prst="rect">
            <a:avLst/>
          </a:prstGeom>
          <a:solidFill>
            <a:srgbClr val="7FA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50474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9A9386"/>
                </a:solidFill>
                <a:latin typeface="Calibri"/>
              </a:rPr>
              <a:t>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126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FA3B0"/>
                </a:solidFill>
                <a:latin typeface="Georgia"/>
              </a:rPr>
              <a:t>Vertical slice roughly sixty percent complete, three of seven chapters fully drafted.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0A94A"/>
                </a:solidFill>
                <a:latin typeface="Calibri"/>
              </a:rPr>
              <a:t>04</a:t>
            </a:r>
            <a:r>
              <a:rPr sz="3000" b="1" i="0">
                <a:solidFill>
                  <a:srgbClr val="F3ECDD"/>
                </a:solidFill>
                <a:latin typeface="Georgia"/>
              </a:rPr>
              <a:t>   What I am asking for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892808"/>
            <a:ext cx="182880" cy="182880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3ECDD"/>
                </a:solidFill>
                <a:latin typeface="Calibri"/>
              </a:rPr>
              <a:t>Playtesters at the booth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1284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9A9386"/>
                </a:solidFill>
                <a:latin typeface="Calibri"/>
              </a:rPr>
              <a:t>Unattended runs on a fresh machine, the truest signal I get.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852928"/>
            <a:ext cx="182880" cy="182880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8892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3ECDD"/>
                </a:solidFill>
                <a:latin typeface="Calibri"/>
              </a:rPr>
              <a:t>Wishlists and devlog follows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7296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9A9386"/>
                </a:solidFill>
                <a:latin typeface="Calibri"/>
              </a:rPr>
              <a:t>The early access list is the launch runway.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813048"/>
            <a:ext cx="182880" cy="182880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74904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3ECDD"/>
                </a:solidFill>
                <a:latin typeface="Calibri"/>
              </a:rPr>
              <a:t>Audio and accessibility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3308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9A9386"/>
                </a:solidFill>
                <a:latin typeface="Calibri"/>
              </a:rPr>
              <a:t>The night ambience loop and the letter chapter font are open.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773168"/>
            <a:ext cx="182880" cy="182880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70916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3ECDD"/>
                </a:solidFill>
                <a:latin typeface="Calibri"/>
              </a:rPr>
              <a:t>Introductions to small showcases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932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9A9386"/>
                </a:solidFill>
                <a:latin typeface="Calibri"/>
              </a:rPr>
              <a:t>Anywhere a slow, quiet game gets room to breathe.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2011680" cy="64008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3ECDD"/>
                </a:solidFill>
                <a:latin typeface="Georgia"/>
              </a:rPr>
              <a:t>Come find the booth on November 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E0A94A"/>
                </a:solidFill>
                <a:latin typeface="Calibri"/>
              </a:rPr>
              <a:t>angela.brooks@Finthesiss.ai     .     angelabrooks.design     .     devlog on itch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Angela Brooks</dc:creator>
  <cp:keywords/>
  <dc:description/>
  <cp:lastModifiedBy>Angela Brooks</cp:lastModifiedBy>
  <cp:revision>1</cp:revision>
  <dcterms:created xsi:type="dcterms:W3CDTF">2026-02-20T18:00:00Z</dcterms:created>
  <dcterms:modified xsi:type="dcterms:W3CDTF">2026-02-20T18:00:00Z</dcterms:modified>
  <cp:category/>
</cp:coreProperties>
</file>