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109728"/>
          </a:xfrm>
          <a:prstGeom prst="rect">
            <a:avLst/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BF4E6"/>
                </a:solidFill>
                <a:latin typeface="Constantia"/>
              </a:rPr>
              <a:t>Thirty Years On 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E9DEC8"/>
                </a:solidFill>
                <a:latin typeface="Franklin Gothic Book"/>
              </a:rPr>
              <a:t>A three part documentary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98A3A"/>
                </a:solidFill>
                <a:latin typeface="Franklin Gothic Book"/>
              </a:rPr>
              <a:t>Rhythm FM 94.7  |  Anniversary programming  |  November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1206"/>
                </a:solidFill>
                <a:latin typeface="Franklin Gothic Book"/>
              </a:rPr>
              <a:t>30 YEARS ON AIR  |  DOCUMENTARY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99877"/>
                </a:solidFill>
                <a:latin typeface="Franklin Gothic Book"/>
              </a:rPr>
              <a:t>Rhythm FM 94.7  |  30th Anniversary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99877"/>
                </a:solidFill>
                <a:latin typeface="Franklin Gothic Book"/>
              </a:rPr>
              <a:t>01 / 06</a:t>
            </a:r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8A24A"/>
                </a:solidFill>
                <a:latin typeface="Franklin Gothic Book"/>
              </a:rPr>
              <a:t>THE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BF4E6"/>
                </a:solidFill>
                <a:latin typeface="Constantia"/>
              </a:rPr>
              <a:t>A station turning thirty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The station reaches its thirtieth year in November 2026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A chance to tell the story of the signal and the city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Three parts airing across anniversary week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Also available on the podcast platform from the broadcast date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Led by the morning show team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Built from archive recordings and new interviews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99877"/>
                </a:solidFill>
                <a:latin typeface="Franklin Gothic Book"/>
              </a:rPr>
              <a:t>Rhythm FM 94.7  |  30th Anniversary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99877"/>
                </a:solidFill>
                <a:latin typeface="Franklin Gothic Book"/>
              </a:rPr>
              <a:t>02 / 06</a:t>
            </a:r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8A24A"/>
                </a:solidFill>
                <a:latin typeface="Franklin Gothic Book"/>
              </a:rP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BF4E6"/>
                </a:solidFill>
                <a:latin typeface="Constantia"/>
              </a:rPr>
              <a:t>Three parts, three Mondays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The Signal Goes Out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Radio before and after 1994, broadcast 09 November 2026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The City Through the Speakers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Three decades of the city, broadcast 16 November 2026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Morning Drive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Being a city's first voice, broadcast 23 November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99877"/>
                </a:solidFill>
                <a:latin typeface="Franklin Gothic Book"/>
              </a:rPr>
              <a:t>Rhythm FM 94.7  |  30th Anniversary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99877"/>
                </a:solidFill>
                <a:latin typeface="Franklin Gothic Book"/>
              </a:rPr>
              <a:t>03 / 06</a:t>
            </a:r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8A24A"/>
                </a:solidFill>
                <a:latin typeface="Franklin Gothic Book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BF4E6"/>
                </a:solidFill>
                <a:latin typeface="Constantia"/>
              </a:rPr>
              <a:t>Who makes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Lead presenter and writer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Asha Gallegos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Producer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Sipho Ndaba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Sound engineer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Naledi Tau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Music supervision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Mandla Sithole, consulting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99877"/>
                </a:solidFill>
                <a:latin typeface="Franklin Gothic Book"/>
              </a:rPr>
              <a:t>Rhythm FM 94.7  |  30th Anniversary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99877"/>
                </a:solidFill>
                <a:latin typeface="Franklin Gothic Book"/>
              </a:rPr>
              <a:t>04 / 06</a:t>
            </a:r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8A24A"/>
                </a:solidFill>
                <a:latin typeface="Franklin Gothic Book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BF4E6"/>
                </a:solidFill>
                <a:latin typeface="Constantia"/>
              </a:rPr>
              <a:t>Production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Research and interviews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October 2026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Editing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October 2026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Final review with the station manager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Late October 2026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Broadcast across three Mondays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November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99877"/>
                </a:solidFill>
                <a:latin typeface="Franklin Gothic Book"/>
              </a:rPr>
              <a:t>Rhythm FM 94.7  |  30th Anniversary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99877"/>
                </a:solidFill>
                <a:latin typeface="Franklin Gothic Book"/>
              </a:rPr>
              <a:t>05 / 06</a:t>
            </a:r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8A24A"/>
                </a:solidFill>
                <a:latin typeface="Franklin Gothic Book"/>
              </a:rP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BF4E6"/>
                </a:solidFill>
                <a:latin typeface="Constantia"/>
              </a:rPr>
              <a:t>Archive and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Archive access from January 2026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Recordings from 1996, 2001, 2010, and 2019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A single combined budget request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Estimated at ZAR 28,000 for the full series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D8A24A"/>
                </a:solidFill>
                <a:latin typeface="Franklin Gothic Book"/>
              </a:rPr>
              <a:t>•  </a:t>
            </a:r>
            <a:r>
              <a:rPr sz="1600" b="1">
                <a:solidFill>
                  <a:srgbClr val="E9DEC8"/>
                </a:solidFill>
                <a:latin typeface="Franklin Gothic Book"/>
              </a:rPr>
              <a:t>Covers archive licensing and interview travel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99877"/>
                </a:solidFill>
                <a:latin typeface="Franklin Gothic Book"/>
              </a:rPr>
              <a:t>     Submitted to the finance desk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7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99877"/>
                </a:solidFill>
                <a:latin typeface="Franklin Gothic Book"/>
              </a:rPr>
              <a:t>Rhythm FM 94.7  |  30th Anniversary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99877"/>
                </a:solidFill>
                <a:latin typeface="Franklin Gothic Book"/>
              </a:rPr>
              <a:t>06 / 06</a:t>
            </a:r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