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109728"/>
          </a:xfrm>
          <a:prstGeom prst="rect">
            <a:avLst/>
          </a:prstGeom>
          <a:solidFill>
            <a:srgbClr val="F4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4ECDD"/>
                </a:solidFill>
                <a:latin typeface="Georgia"/>
              </a:rPr>
              <a:t>OFF-MIC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7DCC9"/>
                </a:solidFill>
                <a:latin typeface="Corbel"/>
              </a:rPr>
              <a:t>The story behind 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8A24A"/>
                </a:solidFill>
                <a:latin typeface="Corbel"/>
              </a:rPr>
              <a:t>An independent conversation series  |  Asha Gallegos  |  Johannesburg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100A"/>
                </a:solidFill>
                <a:latin typeface="Corbel"/>
              </a:rPr>
              <a:t>INDEPENDENT PODCAST  | 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01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One conversation, done slowly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A single guest each episode, roughly 45 minutes, released monthly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No co-host, no panel, minimal production over the talk itself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South African media makers talking about the work, not promoting a project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Journalists, broadcasters, film makers, and writers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Prepared but not scripted, warm but unafraid of silence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The aim is to reach where a standard press interview never goes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02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WHY INDEPENDENT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Owned, not licensed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The archive stays with the people who make it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Full editorial control over guests and direction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Some conversations cannot follow a commercial schedule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Guests with complicated relationships to the industry can speak freely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A home base outside the station for work built to last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Distribution on open podcast platforms, no exclusivity in year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03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FIRST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The opening run of guests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A voice that belongs to no platform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Building influence beyond one newsroom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What a long investigation costs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The personal toll of deep reporting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Writing identity out loud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Memoir and the weight of representation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The ethics of the image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Visual journalism and the subject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The archive of a nation's taste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Music journalism and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04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EARLY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What the pilots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272882"/>
            <a:ext cx="1458468" cy="1487837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61402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ECDD"/>
                </a:solidFill>
                <a:latin typeface="Georgia"/>
              </a:rPr>
              <a:t>640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DCC9"/>
                </a:solidFill>
                <a:latin typeface="Corbel"/>
              </a:rPr>
              <a:t>Newsletter list</a:t>
            </a:r>
          </a:p>
          <a:p>
            <a:pPr algn="l"/>
            <a:r>
              <a:rPr sz="900" b="0">
                <a:solidFill>
                  <a:srgbClr val="A8957F"/>
                </a:solidFill>
                <a:latin typeface="Corbel"/>
              </a:rPr>
              <a:t>confirmed signups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017520"/>
            <a:ext cx="1458468" cy="27432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606039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ECDD"/>
                </a:solidFill>
                <a:latin typeface="Georgia"/>
              </a:rPr>
              <a:t>1180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DCC9"/>
                </a:solidFill>
                <a:latin typeface="Corbel"/>
              </a:rPr>
              <a:t>Pilot plays</a:t>
            </a:r>
          </a:p>
          <a:p>
            <a:pPr algn="l"/>
            <a:r>
              <a:rPr sz="900" b="0">
                <a:solidFill>
                  <a:srgbClr val="A8957F"/>
                </a:solidFill>
                <a:latin typeface="Corbel"/>
              </a:rPr>
              <a:t>across two private cuts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5546843"/>
            <a:ext cx="1458468" cy="213876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5135363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ECDD"/>
                </a:solidFill>
                <a:latin typeface="Georgia"/>
              </a:rPr>
              <a:t>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DCC9"/>
                </a:solidFill>
                <a:latin typeface="Corbel"/>
              </a:rPr>
              <a:t>Supporter presale</a:t>
            </a:r>
          </a:p>
          <a:p>
            <a:pPr algn="l"/>
            <a:r>
              <a:rPr sz="900" b="0">
                <a:solidFill>
                  <a:srgbClr val="A8957F"/>
                </a:solidFill>
                <a:latin typeface="Corbel"/>
              </a:rPr>
              <a:t>founding bundles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19" y="5749096"/>
            <a:ext cx="1458468" cy="11623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337616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ECDD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DCC9"/>
                </a:solidFill>
                <a:latin typeface="Corbel"/>
              </a:rPr>
              <a:t>Guests lined up</a:t>
            </a:r>
          </a:p>
          <a:p>
            <a:pPr algn="l"/>
            <a:r>
              <a:rPr sz="900" b="0">
                <a:solidFill>
                  <a:srgbClr val="A8957F"/>
                </a:solidFill>
                <a:latin typeface="Corbel"/>
              </a:rPr>
              <a:t>for season 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05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From pilot to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Public pilot debut on the landing page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02 October 2026, ahead of the series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Series episode one official launch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19 January 2027, monthly thereafter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Listener meetup in Melville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26 February 2027, first community gathering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Review after six episodes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April 2027, decide on the sponsorship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06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25A36"/>
                </a:solidFill>
                <a:latin typeface="Corbe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ECDD"/>
                </a:solidFill>
                <a:latin typeface="Georgia"/>
              </a:rPr>
              <a:t>What I am building toward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C2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Keep season one free of sponsors through supporter income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Listener support first, values aligned sponsors later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Protect editorial independence as the audience grows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One sponsor per episode at most, never a guest competitor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25A36"/>
                </a:solidFill>
                <a:latin typeface="Corbel"/>
              </a:rPr>
              <a:t>•  </a:t>
            </a:r>
            <a:r>
              <a:rPr sz="1600" b="1">
                <a:solidFill>
                  <a:srgbClr val="E7DCC9"/>
                </a:solidFill>
                <a:latin typeface="Corbel"/>
              </a:rPr>
              <a:t>Grow a durable archive of how this work really happens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A8957F"/>
                </a:solidFill>
                <a:latin typeface="Corbel"/>
              </a:rPr>
              <a:t>     The record belongs to the show and the people in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16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8957F"/>
                </a:solidFill>
                <a:latin typeface="Corbel"/>
              </a:rPr>
              <a:t>Off-Mic  |  Independent production  |  Asha Gallegos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8957F"/>
                </a:solidFill>
                <a:latin typeface="Corbel"/>
              </a:rPr>
              <a:t>07 / 07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