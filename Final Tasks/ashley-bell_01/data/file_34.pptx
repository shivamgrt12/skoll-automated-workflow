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openxmlformats.org/presentationml/2010/main/ext" val="0"/>
    </p:ext>
    <p:ext uri="{D31A062A-798A-4329-ABDD-BBA856620510}">
      <p14:defaultImageDpi xmlns:p14="http://schemas.openxmlformats.org/presentationml/2010/main/ext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Verdana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Verdana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Verdana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Verdana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Verdana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206240"/>
            <a:ext cx="3108960" cy="3108960"/>
          </a:xfrm>
          <a:prstGeom prst="ellipse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554480" cy="109728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633B"/>
                </a:solidFill>
                <a:latin typeface="Verdana"/>
              </a:rPr>
              <a:t>DESERT MODERNISM SINCE 2005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8412480" cy="1554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Verdana"/>
              </a:rPr>
              <a:t>Bell Modern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7589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DCDDD2"/>
                </a:solidFill>
                <a:latin typeface="Verdana"/>
              </a:rPr>
              <a:t>Twenty years of documented mid-century design, sourced, authenticated, and placed back into desert houses.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058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4EC"/>
                </a:solidFill>
                <a:latin typeface="Verdana"/>
              </a:rPr>
              <a:t>Bell Modern  .  North Palm Canyon Drive, Palm Springs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E3A34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The Floor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68 pieces on the floor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Curated mid-century inventory across the showroom and the storage annex.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About 359,000 dollars at estimate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Market value held with discipline, never marked down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12 marquee listings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The headline pieces carried on the trade marketplace, refreshed every Friday.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Open Wednesday to Sunday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Ten to five on North Palm Canyon Drive, by nine for setup.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5A4E"/>
                </a:solidFill>
                <a:latin typeface="Verdana"/>
              </a:rPr>
              <a:t>Bell Modern  .  Palm Springs, California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E3A34"/>
                </a:solidFill>
                <a:latin typeface="Verdan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Provenance Is the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Read the construction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Joinery, keys, finish, and marks tell an original from a reproduction across the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Document the chain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Order cards, client letters, and bills of sale build an unbroken story for every piece.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Reports above 10,000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Each high-value piece carries its own authentication and provenance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A curator keeps it honest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Karen Mitchell maintains the archive and reviews every attribution.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5A4E"/>
                </a:solidFill>
                <a:latin typeface="Verdana"/>
              </a:rPr>
              <a:t>Reputation is the whole business. The papers travel with the piece.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E3A34"/>
                </a:solidFill>
                <a:latin typeface="Verdan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How a Piece Enters the Floor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Source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Estate sales inside a 200-mile radius across the desert and the coast.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Examine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Authenticate construction and condition before anything is offered.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Research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Pull comparable sales from three trusted auction houses.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Photograph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Studio capture against a seamless backdrop in the garage studio.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928616"/>
            <a:ext cx="118872" cy="1005840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List and insure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Logged to the ledger, scheduled on the Ardent policy, listed for sale.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928616"/>
            <a:ext cx="118872" cy="1005840"/>
          </a:xfrm>
          <a:prstGeom prst="rect">
            <a:avLst/>
          </a:prstGeom>
          <a:solidFill>
            <a:srgbClr val="E0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Restore as needed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Handed to Desert Restoration on a firm estimate and a tracked queue.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5A4E"/>
                </a:solidFill>
                <a:latin typeface="Verdana"/>
              </a:rPr>
              <a:t>A repeatable intake from acquisition to listing.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E3A34"/>
                </a:solidFill>
                <a:latin typeface="Verdan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Value, Held With Discipline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Cost basis 196,220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What the 68 pieces cost to acquire across the sourcing year.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Asking 367,760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The combined floor ask before any negotiation.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Market estimate 358,900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The figure carried for the insurance schedule.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C86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18 and 30 percent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Marketplace commission on listings, dealer share on consigned designer pieces.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5A4E"/>
                </a:solidFill>
                <a:latin typeface="Verdana"/>
              </a:rPr>
              <a:t>Margins protected by patience and documentation.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E3A34"/>
                </a:solidFill>
                <a:latin typeface="Verdan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Where to Find 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The showroom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North Palm Canyon Drive, Palm Springs. Wednesday to Sunday, ten to five.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By phone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760 555 0131, the direct line for collectors and consignors.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By email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ashley.bell@Greenridertech.co for proposals and authentication packets.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2A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34"/>
                </a:solidFill>
                <a:latin typeface="Verdana"/>
              </a:rPr>
              <a:t>Design Drinks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5A4E"/>
                </a:solidFill>
                <a:latin typeface="Verdana"/>
              </a:rPr>
              <a:t>The last Thursday of every month, five to eight, on the floor.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5A4E"/>
                </a:solidFill>
                <a:latin typeface="Verdana"/>
              </a:rPr>
              <a:t>Bell Modern  .  Built from a single flip into a Palm Springs institution.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Yi Baiti Text"/>
        <a:font script="Tibt" typeface="Himalaya Text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Uighur Text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Yi Baiti Text"/>
        <a:font script="Tibt" typeface="Himalaya Text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Uighur Text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Slides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Ashley Bell</dc:creator>
  <cp:keywords/>
  <dc:description/>
  <cp:lastModifiedBy>Ashley Bell</cp:lastModifiedBy>
  <cp:revision>2</cp:revision>
  <dcterms:created xsi:type="dcterms:W3CDTF">2027-01-15T09:00:00Z</dcterms:created>
  <dcterms:modified xsi:type="dcterms:W3CDTF">2027-01-15T09:00:00Z</dcterms:modified>
  <cp:category/>
</cp:coreProperties>
</file>