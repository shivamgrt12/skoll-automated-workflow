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(USD)</c:v>
                </c:pt>
              </c:strCache>
            </c:strRef>
          </c:tx>
          <c:dPt>
            <c:idx val="0"/>
            <c:spPr>
              <a:solidFill>
                <a:srgbClr val="D4762A"/>
              </a:solidFill>
            </c:spPr>
          </c:dPt>
          <c:dPt>
            <c:idx val="1"/>
            <c:spPr>
              <a:solidFill>
                <a:srgbClr val="2F8F83"/>
              </a:solidFill>
            </c:spPr>
          </c:dPt>
          <c:dPt>
            <c:idx val="2"/>
            <c:spPr>
              <a:solidFill>
                <a:srgbClr val="D4762A"/>
              </a:solidFill>
            </c:spPr>
          </c:dPt>
          <c:dPt>
            <c:idx val="3"/>
            <c:spPr>
              <a:solidFill>
                <a:srgbClr val="2F8F83"/>
              </a:solidFill>
            </c:spPr>
          </c:dPt>
          <c:cat>
            <c:strRef>
              <c:f>Sheet1!$A$2:$A$5</c:f>
              <c:strCache>
                <c:ptCount val="4"/>
                <c:pt idx="0">
                  <c:v>Soccer reg</c:v>
                </c:pt>
                <c:pt idx="1">
                  <c:v>Winter coat</c:v>
                </c:pt>
                <c:pt idx="2">
                  <c:v>Cleats</c:v>
                </c:pt>
                <c:pt idx="3">
                  <c:v>Art set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48</c:v>
                </c:pt>
                <c:pt idx="2">
                  <c:v>42</c:v>
                </c:pt>
                <c:pt idx="3">
                  <c:v>36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3A2F22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2F22"/>
            </a:solidFill>
          </a:ln>
        </c:spPr>
        <c:txPr>
          <a:bodyPr/>
          <a:lstStyle/>
          <a:p>
            <a:pPr>
              <a:defRPr sz="1000">
                <a:solidFill>
                  <a:srgbClr val="3A2F22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3A2F22"/>
            </a:solidFill>
          </a:ln>
        </c:spPr>
        <c:txPr>
          <a:bodyPr/>
          <a:lstStyle/>
          <a:p>
            <a:pPr>
              <a:defRPr sz="1000">
                <a:solidFill>
                  <a:srgbClr val="3A2F22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457200"/>
          </a:xfrm>
          <a:prstGeom prst="rect">
            <a:avLst/>
          </a:prstGeom>
          <a:solidFill>
            <a:srgbClr val="D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3657600"/>
          </a:xfrm>
          <a:prstGeom prst="rect">
            <a:avLst/>
          </a:prstGeom>
          <a:solidFill>
            <a:srgbClr val="D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5000" b="1">
                <a:solidFill>
                  <a:srgbClr val="3A2F22"/>
                </a:solidFill>
                <a:latin typeface="Georgia"/>
              </a:rPr>
              <a:t>Chloe, This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0">
                <a:solidFill>
                  <a:srgbClr val="D4762A"/>
                </a:solidFill>
                <a:latin typeface="Georgia"/>
              </a:rPr>
              <a:t>Third grade, custody weekends, and a birthday coming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8A7D6B"/>
                </a:solidFill>
                <a:latin typeface="Georgia"/>
              </a:rPr>
              <a:t>Kept by 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B6A890"/>
                </a:solidFill>
                <a:latin typeface="Georgia"/>
              </a:rPr>
              <a:t>Desert Willow Elementary, Tucson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822960"/>
          </a:xfrm>
          <a:prstGeom prst="rect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3A2F22"/>
                </a:solidFill>
                <a:latin typeface="Georgia"/>
              </a:rPr>
              <a:t>School, quarter two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560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D4762A"/>
                </a:solidFill>
                <a:latin typeface="Georgia"/>
              </a:rPr>
              <a:t>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76809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3A2F22"/>
                </a:solidFill>
                <a:latin typeface="Georgia"/>
              </a:rPr>
              <a:t>Meets standard, strong with animal nonfiction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560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D4762A"/>
                </a:solidFill>
                <a:latin typeface="Georgia"/>
              </a:rPr>
              <a:t>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514600"/>
            <a:ext cx="76809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3A2F22"/>
                </a:solidFill>
                <a:latin typeface="Georgia"/>
              </a:rPr>
              <a:t>Good ideas, working on capital letters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39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79"/>
            <a:ext cx="2560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D4762A"/>
                </a:solidFill>
                <a:latin typeface="Georgia"/>
              </a:rPr>
              <a:t>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79"/>
            <a:ext cx="76809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3A2F22"/>
                </a:solidFill>
                <a:latin typeface="Georgia"/>
              </a:rPr>
              <a:t>Above standard, quick with multiplication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6052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59"/>
            <a:ext cx="2560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D4762A"/>
                </a:solidFill>
                <a:latin typeface="Georgia"/>
              </a:rPr>
              <a:t>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251959"/>
            <a:ext cx="76809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3A2F22"/>
                </a:solidFill>
                <a:latin typeface="Georgia"/>
              </a:rPr>
              <a:t>Loves the unit on habitats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2560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D4762A"/>
                </a:solidFill>
                <a:latin typeface="Georgia"/>
              </a:rPr>
              <a:t>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120640"/>
            <a:ext cx="76809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3A2F22"/>
                </a:solidFill>
                <a:latin typeface="Georgia"/>
              </a:rPr>
              <a:t>Excellent, kind to classmates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B6A890"/>
                </a:solidFill>
                <a:latin typeface="Georgia"/>
              </a:rPr>
              <a:t>Ms. Tran, Room 14   two days absent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822960"/>
          </a:xfrm>
          <a:prstGeom prst="rect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3A2F22"/>
                </a:solidFill>
                <a:latin typeface="Georgia"/>
              </a:rPr>
              <a:t>The weekend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901952"/>
            <a:ext cx="2331720" cy="8549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2F8F83"/>
                </a:solidFill>
                <a:latin typeface="Georgia"/>
              </a:rPr>
              <a:t>1st and 3rd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670048"/>
            <a:ext cx="2331720" cy="5285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8A7D6B"/>
                </a:solidFill>
                <a:latin typeface="Georgia"/>
              </a:rPr>
              <a:t>Weekends a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01952"/>
            <a:ext cx="2331720" cy="8549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2F8F83"/>
                </a:solidFill>
                <a:latin typeface="Georgia"/>
              </a:rPr>
              <a:t>75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70048"/>
            <a:ext cx="2331720" cy="5285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8A7D6B"/>
                </a:solidFill>
                <a:latin typeface="Georgia"/>
              </a:rPr>
              <a:t>Each way to Tucson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901952"/>
            <a:ext cx="2331720" cy="8549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2F8F83"/>
                </a:solidFill>
                <a:latin typeface="Georgia"/>
              </a:rPr>
              <a:t>Fri 5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670048"/>
            <a:ext cx="2331720" cy="5285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8A7D6B"/>
                </a:solidFill>
                <a:latin typeface="Georgia"/>
              </a:rPr>
              <a:t>Pickup at Amber's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73736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79" y="1901952"/>
            <a:ext cx="2331720" cy="8549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3000" b="1">
                <a:solidFill>
                  <a:srgbClr val="2F8F83"/>
                </a:solidFill>
                <a:latin typeface="Georgia"/>
              </a:rPr>
              <a:t>Sun 6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79" y="2670048"/>
            <a:ext cx="2331720" cy="5285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8A7D6B"/>
                </a:solidFill>
                <a:latin typeface="Georgia"/>
              </a:rPr>
              <a:t>Dropoff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3A2F22"/>
                </a:solidFill>
                <a:latin typeface="Georgia"/>
              </a:rPr>
              <a:t>Pancakes Saturday morning, Parker Canyon if there is no dispatch call, pizza her pick for dinner, one episode then bed. Grandma Linda has her if Hank calls me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B6A890"/>
                </a:solidFill>
                <a:latin typeface="Georgia"/>
              </a:rPr>
              <a:t>Booster seat, the blue blanket, and do not forget the fox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46304" cy="822960"/>
          </a:xfrm>
          <a:prstGeom prst="rect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3A2F22"/>
                </a:solidFill>
                <a:latin typeface="Georgia"/>
              </a:rPr>
              <a:t>Activities and gear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82880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4762A"/>
                </a:solidFill>
                <a:latin typeface="Georgia"/>
              </a:rPr>
              <a:t>Soccer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19456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7D6B"/>
                </a:solidFill>
                <a:latin typeface="Georgia"/>
              </a:rPr>
              <a:t>Fall season, split with 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78892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4762A"/>
                </a:solidFill>
                <a:latin typeface="Georgia"/>
              </a:rPr>
              <a:t>Cleats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154679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7D6B"/>
                </a:solidFill>
                <a:latin typeface="Georgia"/>
              </a:rPr>
              <a:t>New size already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749039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4762A"/>
                </a:solidFill>
                <a:latin typeface="Georgia"/>
              </a:rPr>
              <a:t>Art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7D6B"/>
                </a:solidFill>
                <a:latin typeface="Georgia"/>
              </a:rPr>
              <a:t>Early birthday, she loves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70916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4762A"/>
                </a:solidFill>
                <a:latin typeface="Georgia"/>
              </a:rPr>
              <a:t>Coat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074920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7D6B"/>
                </a:solidFill>
                <a:latin typeface="Georgia"/>
              </a:rPr>
              <a:t>Tucson gets cold too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B6A890"/>
                </a:solidFill>
                <a:latin typeface="Georgia"/>
              </a:rPr>
              <a:t>Shared expenses logged in the family app, split 50 50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8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D4762A"/>
                </a:solidFill>
                <a:latin typeface="Georgia"/>
              </a:rPr>
              <a:t>She turns nine on October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0">
                <a:solidFill>
                  <a:srgbClr val="3A2F22"/>
                </a:solidFill>
                <a:latin typeface="Georgia"/>
              </a:rPr>
              <a:t>Lands on a custody Saturday, so she is with me. Morning at the zoo in Tucson, lunch her pick, a small chocolate cake at the house. Grandma Linda is riding along. Keep it simple, she likes animals more than a big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B6A890"/>
                </a:solidFill>
                <a:latin typeface="Georgia"/>
              </a:rPr>
              <a:t>Coordinate with Amber so we do not double book her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2026-02-12T10:00:00Z</dcterms:created>
  <dcterms:modified xsi:type="dcterms:W3CDTF">2026-02-12T10:00:00Z</dcterms:modified>
  <cp:category/>
</cp:coreProperties>
</file>