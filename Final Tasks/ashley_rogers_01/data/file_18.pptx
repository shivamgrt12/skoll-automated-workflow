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1B4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822960" cy="1280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CE3F0"/>
                </a:solidFill>
              </a:rPr>
              <a:t>Harvest Table, Winter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07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Lend a Morning, Feed a Neighbor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7ECF5"/>
                </a:solidFill>
              </a:rPr>
              <a:t>A short look at the winter need on Fenkell Avenue and how a few hands meet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CEE0"/>
                </a:solidFill>
              </a:rPr>
              <a:t>Greater Hope Baptist Church, Brightmoor, Detroit. Prepared by Deacon Ashley Rogers.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5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need this winter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Growing rolls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More families on the list than last winter. The cold drives the need up every December.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Three mornings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We open Monday, Wednesday, and Friday, eight to noon, for stocking, packing, and pickup.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The delivery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After the Monday shift a short route carries boxes to seniors who cannot come in.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5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Where the food comes from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Congregation drives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The church canned goods drive is the steady base, month after month.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Partner agencies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Protein and dairy rescue weekly, dry goods by the pallet.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Retail produce nearing date, a garden co-op in season, and quiet porch drops.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5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a volunteer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No experience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Willing hands and a warm heart. We show you the rest in a morning.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Stocking shelves, packing boxes to a list, and loading the delivery vehicle.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2F8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The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Help count the till at the fundraiser and keep the donor list current.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5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to help right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Give a 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Speak with Deacon Rogers after Sunday service to claim a shift.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Fill a 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Canned vegetables, rice, pasta, cereal, and peanut butter. Bins are in the vestibule.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D98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E40"/>
                </a:solidFill>
              </a:rPr>
              <a:t>Reach the 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Coordinator Dorothy Pruitt, (313) 555-0322.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 a Morning, Feed a Neighbor</dc:title>
  <dc:subject/>
  <dc:creator>Ashley J. Rogers</dc:creator>
  <cp:keywords/>
  <dc:description/>
  <cp:lastModifiedBy>Ashley J. Rogers</cp:lastModifiedBy>
  <cp:revision>1</cp:revision>
  <dcterms:created xsi:type="dcterms:W3CDTF">2026-02-05T09:00:00Z</dcterms:created>
  <dcterms:modified xsi:type="dcterms:W3CDTF">2026-02-05T09:00:00Z</dcterms:modified>
  <cp:category/>
</cp:coreProperties>
</file>