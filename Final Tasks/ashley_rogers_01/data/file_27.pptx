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4E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108960" cy="3108960"/>
          </a:xfrm>
          <a:prstGeom prst="ellipse">
            <a:avLst/>
          </a:prstGeom>
          <a:solidFill>
            <a:srgbClr val="26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822960" cy="128016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CE3F0"/>
                </a:solidFill>
              </a:rPr>
              <a:t>Deacon Visitation Ministry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6070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Nobody Forgotten Between Sundays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7ECF5"/>
                </a:solidFill>
              </a:rPr>
              <a:t>How the deacon board keeps the sick, the shut in, and the elders inside the circle of the church.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4CEE0"/>
                </a:solidFill>
              </a:rPr>
              <a:t>Greater Hope Baptist Church, Brightmoor, Detroit. Prepared by Deacon Ashley Rogers.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4E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4E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charge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118872" cy="1194816"/>
          </a:xfrm>
          <a:prstGeom prst="rect">
            <a:avLst/>
          </a:prstGeom>
          <a:solidFill>
            <a:srgbClr val="4E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3C63"/>
                </a:solidFill>
              </a:rPr>
              <a:t>Who we 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An aging, faithful congregation. Some cannot drive, some are shut in, some just need a knock.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7664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17392"/>
            <a:ext cx="118872" cy="1194816"/>
          </a:xfrm>
          <a:prstGeom prst="rect">
            <a:avLst/>
          </a:prstGeom>
          <a:solidFill>
            <a:srgbClr val="4E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9910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3C63"/>
                </a:solidFill>
              </a:rPr>
              <a:t>The rhythm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19728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Names read each Sunday. Visits go out through the week. Communion taken to those who ask.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6528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96256"/>
            <a:ext cx="118872" cy="1194816"/>
          </a:xfrm>
          <a:prstGeom prst="rect">
            <a:avLst/>
          </a:prstGeom>
          <a:solidFill>
            <a:srgbClr val="4E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796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3C63"/>
                </a:solidFill>
              </a:rPr>
              <a:t>The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98592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No one walks into a sick room without a seasoned deacon beside them first.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rotation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118872" cy="1194816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3C63"/>
                </a:solidFill>
              </a:rPr>
              <a:t>Pairing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Younger deacons paired with the men who have done it a while. Knowledge passes hand to hand.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7664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17392"/>
            <a:ext cx="118872" cy="1194816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9910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3C63"/>
                </a:solidFill>
              </a:rPr>
              <a:t>Territories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19728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Fenkell side, the Lamphere blocks, and the Eliza Howell area, each with a lead.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6528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96256"/>
            <a:ext cx="118872" cy="1194816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796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3C63"/>
                </a:solidFill>
              </a:rPr>
              <a:t>Standing visits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98592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Miss Eunice Palmer kept by Deacon Rogers, who drives her every Sunday anyway.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4E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4E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Rides for the elders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118872" cy="1194816"/>
          </a:xfrm>
          <a:prstGeom prst="rect">
            <a:avLst/>
          </a:prstGeom>
          <a:solidFill>
            <a:srgbClr val="4E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3C63"/>
                </a:solidFill>
              </a:rPr>
              <a:t>The Sunday pickup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A standing 8:25 departure so an elder who cannot see to drive is still in her pew.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7664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17392"/>
            <a:ext cx="118872" cy="1194816"/>
          </a:xfrm>
          <a:prstGeom prst="rect">
            <a:avLst/>
          </a:prstGeom>
          <a:solidFill>
            <a:srgbClr val="4E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9910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3C63"/>
                </a:solidFill>
              </a:rPr>
              <a:t>Midweek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19728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A call or a knock between Sundays, groceries from the food bank when the cupboard is thin.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6528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96256"/>
            <a:ext cx="118872" cy="1194816"/>
          </a:xfrm>
          <a:prstGeom prst="rect">
            <a:avLst/>
          </a:prstGeom>
          <a:solidFill>
            <a:srgbClr val="4E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796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3C63"/>
                </a:solidFill>
              </a:rPr>
              <a:t>Quiet dignity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98592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Help offered plainly, never making a fuss of it.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Join the rotation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38528"/>
            <a:ext cx="118872" cy="1194816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3C63"/>
                </a:solidFill>
              </a:rPr>
              <a:t>Start 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One morning beside a seasoned deacon. You learn how to sit in a sick room.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7664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17392"/>
            <a:ext cx="118872" cy="1194816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9910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3C63"/>
                </a:solidFill>
              </a:rPr>
              <a:t>Bring what you 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19728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A steady voice, a little time, and a willingness to listen more than talk.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6528"/>
            <a:ext cx="10698480" cy="14142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96256"/>
            <a:ext cx="118872" cy="1194816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796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63C63"/>
                </a:solidFill>
              </a:rPr>
              <a:t>Speak to the 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98592"/>
            <a:ext cx="10058400" cy="865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3A4250"/>
                </a:solidFill>
              </a:rPr>
              <a:t>See Deacon Rogers after service, or call (313) 555-0176.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Nobody Forgotten Between Sundays</dc:title>
  <dc:subject/>
  <dc:creator>Ashley J. Rogers</dc:creator>
  <cp:keywords/>
  <dc:description/>
  <cp:lastModifiedBy>Ashley J. Rogers</cp:lastModifiedBy>
  <cp:revision>1</cp:revision>
  <dcterms:created xsi:type="dcterms:W3CDTF">2026-02-05T09:00:00Z</dcterms:created>
  <dcterms:modified xsi:type="dcterms:W3CDTF">2026-02-05T09:00:00Z</dcterms:modified>
  <cp:category/>
</cp:coreProperties>
</file>