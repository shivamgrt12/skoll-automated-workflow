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822960" cy="1280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CE3F0"/>
                </a:solidFill>
              </a:rPr>
              <a:t>75th Anniversary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07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Three Quarters of a Century on Fenkell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7ECF5"/>
                </a:solidFill>
              </a:rPr>
              <a:t>A plan to honor the church, fill the hall, and keep every dollar accounted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CEE0"/>
                </a:solidFill>
              </a:rPr>
              <a:t>Greater Hope Baptist Church, Brightmoor, Detroit. Prepared by Deacon Ashley Rogers.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we gather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The 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Seventy five years of worship, weddings, homegoings, and Wednesday night Bible study at the same corner.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The 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One evening that honors the founders, welcomes back former members, and feeds everybody well.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The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Nothing goes to print or to the congregation until the pastor has approved it.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date and the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Saturday, December 12,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Fellowship dinner and program in the evening. Save the date goes out with the bulletin.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Setup at the church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Deacon board sets the hall and the sound. Kitchen ministry runs the meal.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Guest preacher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Confirmed for the evening. Travel handled by the committee.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Who carries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Commemorative booklet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Deacon Rogers gathers member photographs and the church history, then circulates a draft.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Program and music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Choir director sets the order. Combined choir opens and closes.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8E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Welcome and mailing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Sister Denise Harris sends the save the date to the congregation and the former members list.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money, plainly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Stay at or under three thousand three hundred dollars for the whole evening.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Largest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Catering for the fellowship dinner, the commemorative booklet, and the guest honorarium.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A2E55"/>
                </a:solidFill>
              </a:rP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Deacon Rogers staffs the book table and closes out the offering that night.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Quarters of a Century on Fenkell</dc:title>
  <dc:subject/>
  <dc:creator>Ashley J. Rogers</dc:creator>
  <cp:keywords/>
  <dc:description/>
  <cp:lastModifiedBy>Ashley J. Rogers</cp:lastModifiedBy>
  <cp:revision>1</cp:revision>
  <dcterms:created xsi:type="dcterms:W3CDTF">2026-02-05T09:00:00Z</dcterms:created>
  <dcterms:modified xsi:type="dcterms:W3CDTF">2026-02-05T09:00:00Z</dcterms:modified>
  <cp:category/>
</cp:coreProperties>
</file>