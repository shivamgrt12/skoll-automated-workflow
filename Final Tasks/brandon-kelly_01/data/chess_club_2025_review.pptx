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Points of 5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Sheet1!$A$2:$A$8</c:f>
              <c:strCache>
                <c:ptCount val="7"/>
                <c:pt idx="0">
                  <c:v>Savchenko</c:v>
                </c:pt>
                <c:pt idx="1">
                  <c:v>Tkachuk</c:v>
                </c:pt>
                <c:pt idx="2">
                  <c:v>Quinn</c:v>
                </c:pt>
                <c:pt idx="3">
                  <c:v>Kelly</c:v>
                </c:pt>
                <c:pt idx="4">
                  <c:v>Ostrowski</c:v>
                </c:pt>
                <c:pt idx="5">
                  <c:v>Hrytsenko</c:v>
                </c:pt>
                <c:pt idx="6">
                  <c:v>Vogel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4.5</c:v>
                </c:pt>
                <c:pt idx="1">
                  <c:v>4.0</c:v>
                </c:pt>
                <c:pt idx="2">
                  <c:v>4.0</c:v>
                </c:pt>
                <c:pt idx="3">
                  <c:v>3.5</c:v>
                </c:pt>
                <c:pt idx="4">
                  <c:v>3.5</c:v>
                </c:pt>
                <c:pt idx="5">
                  <c:v>3.0</c:v>
                </c:pt>
                <c:pt idx="6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0242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0242E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Sheet1!$A$2:$A$7</c:f>
              <c:strCache>
                <c:ptCount val="6"/>
                <c:pt idx="0">
                  <c:v>Dues</c:v>
                </c:pt>
                <c:pt idx="1">
                  <c:v>Spring Open</c:v>
                </c:pt>
                <c:pt idx="2">
                  <c:v>Fall Classic</c:v>
                </c:pt>
                <c:pt idx="3">
                  <c:v>Room rental</c:v>
                </c:pt>
                <c:pt idx="4">
                  <c:v>Awards</c:v>
                </c:pt>
                <c:pt idx="5">
                  <c:v>Equipment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1850</c:v>
                </c:pt>
                <c:pt idx="1">
                  <c:v>400</c:v>
                </c:pt>
                <c:pt idx="2">
                  <c:v>375</c:v>
                </c:pt>
                <c:pt idx="3">
                  <c:v>-1440</c:v>
                </c:pt>
                <c:pt idx="4">
                  <c:v>-410</c:v>
                </c:pt>
                <c:pt idx="5">
                  <c:v>-250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" y="0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00784" y="566928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67712" y="0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566928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01568" y="0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68496" y="566928"/>
            <a:ext cx="566928" cy="566928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274320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Bridgeton Chess Club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9A227"/>
                </a:solidFill>
                <a:latin typeface="Georgia"/>
              </a:rPr>
              <a:t>2025 in Review and the 2026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B9C0D4"/>
                </a:solidFill>
                <a:latin typeface="Calibri"/>
              </a:rPr>
              <a:t>Prepared by Brandon Kelly, President  |  Wednesdays, Ridgemont Community Center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Club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606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305E"/>
                </a:solidFill>
                <a:latin typeface="Georgia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6148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0242E"/>
                </a:solidFill>
                <a:latin typeface="Georgia"/>
              </a:rPr>
              <a:t>Members on the roll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737360"/>
            <a:ext cx="2606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901952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C9A227"/>
                </a:solidFill>
                <a:latin typeface="Georgia"/>
              </a:rPr>
              <a:t>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76148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0242E"/>
                </a:solidFill>
                <a:latin typeface="Georgia"/>
              </a:rPr>
              <a:t>Founded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2606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901952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305E"/>
                </a:solidFill>
                <a:latin typeface="Georgia"/>
              </a:rPr>
              <a:t>$50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6148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0242E"/>
                </a:solidFill>
                <a:latin typeface="Georgia"/>
              </a:rPr>
              <a:t>Annual dues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737360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901952"/>
            <a:ext cx="2697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76148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0242E"/>
                </a:solidFill>
                <a:latin typeface="Georgia"/>
              </a:rPr>
              <a:t>Tournaments a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0242E"/>
                </a:solidFill>
                <a:latin typeface="Georgia"/>
              </a:rPr>
              <a:t>We meet every Wednesday evening, half past six to nine, second floor of the Ridgemont Community Center. A friendly club and a serious one, and the two are not in conflict. Skittles when you arrive, a rated ladder game most weeks, and once a month a themed night. Two annual events anchor the calendar, the Spring Open and the Fall Classic. No one is turned away for the cost of dues.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263640"/>
            <a:ext cx="2743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Fall Classic 2025, Top Finishers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1732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6459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Georgia"/>
              </a:rPr>
              <a:t>Saturday, October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28600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0242E"/>
                </a:solidFill>
                <a:latin typeface="Georgia"/>
              </a:rPr>
              <a:t>Sixteen players, five round Swiss, game in forty five.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0242E"/>
                </a:solidFill>
                <a:latin typeface="Georgia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0242E"/>
                </a:solidFill>
                <a:latin typeface="Georgia"/>
              </a:rPr>
              <a:t>Dmytro Savchenko took it clean at four and a half. Roman edged Harold on tiebreak for second.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0242E"/>
                </a:solidFill>
                <a:latin typeface="Georgia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0242E"/>
                </a:solidFill>
                <a:latin typeface="Georgia"/>
              </a:rPr>
              <a:t>The President finished fourth at three and a half, and is still replaying the second round loss to Hrytsenko in his head.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The Club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3774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73736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Georgia"/>
              </a:rPr>
              <a:t>Healthy and steady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468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9C0D4"/>
                </a:solidFill>
                <a:latin typeface="Georgia"/>
              </a:rPr>
              <a:t>Opening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77977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$2,170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3375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9C0D4"/>
                </a:solidFill>
                <a:latin typeface="Georgia"/>
              </a:rPr>
              <a:t>Ending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64845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$2,510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062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9C0D4"/>
                </a:solidFill>
                <a:latin typeface="Georgia"/>
              </a:rPr>
              <a:t>Current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51713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$2,530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0749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9C0D4"/>
                </a:solidFill>
                <a:latin typeface="Georgia"/>
              </a:rPr>
              <a:t>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8581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Brightpath, ending 7042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2026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4213D"/>
                </a:solidFill>
                <a:latin typeface="Georgia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3619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Georgia"/>
              </a:rPr>
              <a:t>Fall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3852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6B6F78"/>
                </a:solidFill>
                <a:latin typeface="Georgia"/>
              </a:rPr>
              <a:t>Saturday, October 10, main hall confirmed. Roman opens registration in the spring.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58775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4213D"/>
                </a:solidFill>
                <a:latin typeface="Georgia"/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963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Georgia"/>
              </a:rPr>
              <a:t>Spring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986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6B6F78"/>
                </a:solidFill>
                <a:latin typeface="Georgia"/>
              </a:rPr>
              <a:t>Five round event, hall date to be confirmed at the next meeting before sign 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4787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4213D"/>
                </a:solidFill>
                <a:latin typeface="Georgia"/>
              </a:rPr>
              <a:t>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5643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Georgia"/>
              </a:rPr>
              <a:t>Monthly tactics 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5876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6B6F78"/>
                </a:solidFill>
                <a:latin typeface="Georgia"/>
              </a:rPr>
              <a:t>New for 2026, led by Roman. Carried by a show of hands in February.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50799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4213D"/>
                </a:solidFill>
                <a:latin typeface="Georgia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1655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Georgia"/>
              </a:rPr>
              <a:t>New member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1888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6B6F78"/>
                </a:solidFill>
                <a:latin typeface="Georgia"/>
              </a:rPr>
              <a:t>Two visitors in February, one intends to join. Guides handed out every week.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46811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4213D"/>
                </a:solidFill>
                <a:latin typeface="Georgia"/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766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213D"/>
                </a:solidFill>
                <a:latin typeface="Georgia"/>
              </a:rPr>
              <a:t>Club ladder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77900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6B6F78"/>
                </a:solidFill>
                <a:latin typeface="Georgia"/>
              </a:rPr>
              <a:t>Rated ladder games most Wednesdays, paired by the tournament director.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