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5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7760" y="0"/>
            <a:ext cx="725393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6"/>
                </a:solidFill>
                <a:latin typeface="Tahoma"/>
              </a:rPr>
              <a:t>NURS 412  |  CARE PLAN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4114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Tahoma"/>
              </a:rPr>
              <a:t>Medical-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Tahoma"/>
              </a:rPr>
              <a:t>Surgical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Tahoma"/>
              </a:rPr>
              <a:t>Care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480560"/>
            <a:ext cx="1645920" cy="57150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2468880"/>
            <a:ext cx="6126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5415C"/>
                </a:solidFill>
                <a:latin typeface="Tahoma"/>
              </a:rPr>
              <a:t>Acute exacerbation of chronic heart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248" y="3657600"/>
            <a:ext cx="6035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4A6178"/>
                </a:solidFill>
                <a:latin typeface="Calibri"/>
              </a:rPr>
              <a:t>Lakeview Regional Medical Center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4A6178"/>
                </a:solidFill>
                <a:latin typeface="Calibri"/>
              </a:rPr>
              <a:t>Instructor: Maria Chen, RN, MSN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4A6178"/>
                </a:solidFill>
                <a:latin typeface="Calibri"/>
              </a:rPr>
              <a:t>Submitted October 6, 2026  |  Brandon Wright</a:t>
            </a: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25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5415C"/>
                </a:solidFill>
                <a:latin typeface="Tahoma"/>
              </a:rPr>
              <a:t>Patient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97840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6178"/>
                </a:solidFill>
                <a:latin typeface="Calibri"/>
              </a:rPr>
              <a:t>Identifiers removed per the Northfield Nursing Honor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1328" y="1371600"/>
            <a:ext cx="10149840" cy="28575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617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37360"/>
            <a:ext cx="10058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D2A38"/>
                </a:solidFill>
                <a:latin typeface="Calibri"/>
              </a:rPr>
              <a:t>Mr. J.D., a 68 year old male, admitted to the medical-surgical unit with an acute exacerbation of chronic heart failure.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D2A38"/>
                </a:solidFill>
                <a:latin typeface="Calibri"/>
              </a:rPr>
              <a:t>Presented with worsening shortness of breath, a 4 pound weight gain over three days, and bilateral lower extremity edema.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D2A38"/>
                </a:solidFill>
                <a:latin typeface="Calibri"/>
              </a:rPr>
              <a:t>Ejection fraction on record is 35 percent (HFrEF). Home medications: lisinopril, metoprolol, and furosemide.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4A6178"/>
                </a:solidFill>
                <a:latin typeface="Calibri"/>
              </a:rPr>
              <a:t>Information used for educational purposes only.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25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5415C"/>
                </a:solidFill>
                <a:latin typeface="Tahoma"/>
              </a:rPr>
              <a:t>Assessment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97840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6178"/>
                </a:solidFill>
                <a:latin typeface="Calibri"/>
              </a:rPr>
              <a:t>Shift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1328" y="1371600"/>
            <a:ext cx="10149840" cy="28575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6178"/>
                </a:solidFill>
                <a:latin typeface="Calibr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81328" y="1691640"/>
          <a:ext cx="68580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0240"/>
                <a:gridCol w="4937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91440" marR="73152" marT="27432" marB="27432" anchor="ctr">
                    <a:solidFill>
                      <a:srgbClr val="2541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91440" marR="73152" marT="27432" marB="27432" anchor="ctr">
                    <a:solidFill>
                      <a:srgbClr val="2541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Vital signs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BP 148/92, HR 96, RR 24, SpO2 91 percent room air, temp 98.2 F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Lung sounds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Crackles in bilateral bases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Edema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2+ pitting to mid-shin, bilateral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Subjective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Orthopnea, sleeps on three pillows, fatigued on exertion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03920" y="1737360"/>
            <a:ext cx="3108960" cy="219456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1737360"/>
            <a:ext cx="57150" cy="2194560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82880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E8E6E"/>
                </a:solidFill>
                <a:latin typeface="Tahoma"/>
              </a:rPr>
              <a:t>Priority cue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21408"/>
            <a:ext cx="2788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A38"/>
                </a:solidFill>
                <a:latin typeface="Calibri"/>
              </a:rPr>
              <a:t>SpO2 of 91 percent with crackles and dyspnea drives the priority diagnosis. Oxygenation first.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25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5415C"/>
                </a:solidFill>
                <a:latin typeface="Tahoma"/>
              </a:rPr>
              <a:t>Diagnosis and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97840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6178"/>
                </a:solidFill>
                <a:latin typeface="Calibri"/>
              </a:rPr>
              <a:t>Priority nursing 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1328" y="1371600"/>
            <a:ext cx="10149840" cy="28575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61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37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5415C"/>
                </a:solidFill>
                <a:latin typeface="Calibri"/>
              </a:rPr>
              <a:t>Impaired gas exchange related to fluid accumulation in the alveoli, as evidenced by SpO2 of 91 percent, crackles, and dyspnea on exertion.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481328" y="3017520"/>
          <a:ext cx="10149840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/>
                <a:gridCol w="7863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Timeframe</a:t>
                      </a:r>
                    </a:p>
                  </a:txBody>
                  <a:tcPr marL="91440" marR="73152" marT="27432" marB="27432" anchor="ctr">
                    <a:solidFill>
                      <a:srgbClr val="2541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91440" marR="73152" marT="27432" marB="27432" anchor="ctr">
                    <a:solidFill>
                      <a:srgbClr val="2541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Short term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Patient will maintain SpO2 at 94 percent or greater within 4 hours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Long term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Patient will report reduced dyspnea and demonstrate two self-management strategies before discharge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25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5415C"/>
                </a:solidFill>
                <a:latin typeface="Tahoma"/>
              </a:rPr>
              <a:t>Interventions and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97840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6178"/>
                </a:solidFill>
                <a:latin typeface="Calibri"/>
              </a:rPr>
              <a:t>Plan of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1328" y="1371600"/>
            <a:ext cx="10149840" cy="28575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6178"/>
                </a:solidFill>
                <a:latin typeface="Calibr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691640"/>
          <a:ext cx="1078992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77840"/>
                <a:gridCol w="52120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Intervention</a:t>
                      </a:r>
                    </a:p>
                  </a:txBody>
                  <a:tcPr marL="91440" marR="73152" marT="27432" marB="27432" anchor="ctr">
                    <a:solidFill>
                      <a:srgbClr val="2541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91440" marR="73152" marT="27432" marB="27432" anchor="ctr">
                    <a:solidFill>
                      <a:srgbClr val="2541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Apply oxygen, titrate to keep SpO2 at 94 percent or above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Corrects hypoxemia from pulmonary congestion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Elevate head of bed to high Fowler position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Promotes lung expansion and eases breathing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Administer furosemide as ordered, monitor intake and output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Reduces fluid overload, relieves congestion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Daily weights at the same time each morning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Most reliable measure of fluid status</a:t>
                      </a:r>
                    </a:p>
                  </a:txBody>
                  <a:tcPr marL="91440" marR="73152" marT="27432" marB="27432" anchor="ctr">
                    <a:solidFill>
                      <a:srgbClr val="E4EA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Monitor potassium with loop diuretic therapy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A38"/>
                          </a:solidFill>
                          <a:latin typeface="Calibri"/>
                        </a:rPr>
                        <a:t>Loop diuretics cause potassium loss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25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572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5415C"/>
                </a:solidFill>
                <a:latin typeface="Tahom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97840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6178"/>
                </a:solidFill>
                <a:latin typeface="Calibri"/>
              </a:rPr>
              <a:t>Outcome after four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1328" y="1371600"/>
            <a:ext cx="10149840" cy="28575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61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83080"/>
            <a:ext cx="10058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D2A38"/>
                </a:solidFill>
                <a:latin typeface="Calibri"/>
              </a:rPr>
              <a:t>•  After 4 hours, SpO2 improved to 95 percent on 2 liters nasal cannula.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D2A38"/>
                </a:solidFill>
                <a:latin typeface="Calibri"/>
              </a:rPr>
              <a:t>•  Crackles decreased and the patient reported easier breathing.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D2A38"/>
                </a:solidFill>
                <a:latin typeface="Calibri"/>
              </a:rPr>
              <a:t>•  Urine output 1,100 mL after furosemide.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5415C"/>
                </a:solidFill>
                <a:latin typeface="Calibri"/>
              </a:rPr>
              <a:t>•  Short term goal met. Continue monitoring and reinforce discharge teaching on the daily weight log.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2026-10-06T09:00:00Z</dcterms:created>
  <dcterms:modified xsi:type="dcterms:W3CDTF">2026-10-06T09:00:00Z</dcterms:modified>
  <cp:category/>
</cp:coreProperties>
</file>