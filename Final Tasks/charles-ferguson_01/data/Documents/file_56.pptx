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498079" y="0"/>
            <a:ext cx="4693615" cy="6858000"/>
          </a:xfrm>
          <a:prstGeom prst="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8275320" y="1874519"/>
            <a:ext cx="3108960" cy="3108960"/>
          </a:xfrm>
          <a:prstGeom prst="donut">
            <a:avLst/>
          </a:prstGeom>
          <a:solidFill>
            <a:srgbClr val="86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8686800" y="2286000"/>
            <a:ext cx="2286000" cy="2286000"/>
          </a:xfrm>
          <a:prstGeom prst="donut">
            <a:avLst/>
          </a:prstGeom>
          <a:solidFill>
            <a:srgbClr val="865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9098280" y="2697480"/>
            <a:ext cx="1463040" cy="1463040"/>
          </a:xfrm>
          <a:prstGeom prst="donu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3063240"/>
            <a:ext cx="731520" cy="731520"/>
          </a:xfrm>
          <a:prstGeom prst="ellipse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 spc="200">
                <a:solidFill>
                  <a:srgbClr val="CF9248"/>
                </a:solidFill>
                <a:latin typeface="Calibri"/>
              </a:rPr>
              <a:t>GREAT LAKES WOODTURNING SYMPOSIUM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64008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4ECDD"/>
                </a:solidFill>
                <a:latin typeface="Georgia"/>
              </a:rPr>
              <a:t>The Black Walnut</a:t>
            </a:r>
          </a:p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F9248"/>
                </a:solidFill>
                <a:latin typeface="Georgia"/>
              </a:rPr>
              <a:t>Hollow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6400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F4ECDD"/>
                </a:solidFill>
                <a:latin typeface="Calibri"/>
              </a:rPr>
              <a:t>Piece WT-104  |  Turned by Charles Ferguson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8A482"/>
                </a:solidFill>
                <a:latin typeface="Calibri"/>
              </a:rPr>
              <a:t>Entered for display, Western Reserve Woodturners Guild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C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ECDD"/>
                </a:solidFill>
                <a:latin typeface="Georgia"/>
              </a:rPr>
              <a:t>The piece, in detail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SPECIES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084831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Black walnut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DIMENSIONS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084831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10 by 4 inches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97180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154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50215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Oil and wax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97180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297180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15468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50215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Closed hollow form, narrow opening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38912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38912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FOR SALE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1947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No, display only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389120"/>
            <a:ext cx="52120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7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389120"/>
            <a:ext cx="146304" cy="118872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 spc="120">
                <a:solidFill>
                  <a:srgbClr val="86592B"/>
                </a:solidFill>
                <a:latin typeface="Calibri"/>
              </a:rPr>
              <a:t>INSURED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919472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241A10"/>
                </a:solidFill>
                <a:latin typeface="Georgia"/>
              </a:rPr>
              <a:t>$540.00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1D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4ECDD"/>
                </a:solidFill>
                <a:latin typeface="Georgia"/>
              </a:rPr>
              <a:t>From green blank to finished 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606040" cy="3291840"/>
          </a:xfrm>
          <a:prstGeom prst="round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01168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86592B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8036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F9248"/>
                </a:solidFill>
                <a:latin typeface="Calibri"/>
              </a:rPr>
              <a:t>Source and seal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118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4ECDD"/>
                </a:solidFill>
                <a:latin typeface="Calibri"/>
              </a:rPr>
              <a:t>End grain sealed the day the blank came 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606040" cy="3291840"/>
          </a:xfrm>
          <a:prstGeom prst="round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79" y="201168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86592B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79" y="288036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F9248"/>
                </a:solidFill>
                <a:latin typeface="Calibri"/>
              </a:rPr>
              <a:t>Rough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36118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4ECDD"/>
                </a:solidFill>
                <a:latin typeface="Calibri"/>
              </a:rPr>
              <a:t>Turned to an even wall, then set aside to dry for months.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06040" cy="3291840"/>
          </a:xfrm>
          <a:prstGeom prst="round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01168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86592B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88036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F9248"/>
                </a:solidFill>
                <a:latin typeface="Calibri"/>
              </a:rPr>
              <a:t>Return to round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4ECDD"/>
                </a:solidFill>
                <a:latin typeface="Calibri"/>
              </a:rPr>
              <a:t>Back on the lathe once the wood stopped moving.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606040" cy="3291840"/>
          </a:xfrm>
          <a:prstGeom prst="round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011680"/>
            <a:ext cx="2194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86592B"/>
                </a:solidFill>
                <a:latin typeface="Georgi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880360"/>
            <a:ext cx="2240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CF9248"/>
                </a:solidFill>
                <a:latin typeface="Calibri"/>
              </a:rPr>
              <a:t>Hollow and finish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611880"/>
            <a:ext cx="2240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F4ECDD"/>
                </a:solidFill>
                <a:latin typeface="Calibri"/>
              </a:rPr>
              <a:t>Hollowed through the top, finish cut, oiled and waxed by hand.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5A3C20"/>
                </a:solidFill>
                <a:latin typeface="Georgia"/>
              </a:rPr>
              <a:t>Show logistics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737360"/>
            <a:ext cx="54864" cy="3840480"/>
          </a:xfrm>
          <a:prstGeom prst="rect">
            <a:avLst/>
          </a:prstGeom>
          <a:solidFill>
            <a:srgbClr val="CF92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34440" y="1554480"/>
            <a:ext cx="329184" cy="329184"/>
          </a:xfrm>
          <a:prstGeom prst="ellipse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40" y="144475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5A3C20"/>
                </a:solidFill>
                <a:latin typeface="Georgia"/>
              </a:rPr>
              <a:t>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4475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6592B"/>
                </a:solidFill>
                <a:latin typeface="Calibri"/>
              </a:rPr>
              <a:t>October 1,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463039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Entry confirmed, piece WT-104</a:t>
            </a:r>
          </a:p>
        </p:txBody>
      </p:sp>
      <p:sp>
        <p:nvSpPr>
          <p:cNvPr id="9" name="Oval 8"/>
          <p:cNvSpPr/>
          <p:nvPr/>
        </p:nvSpPr>
        <p:spPr>
          <a:xfrm>
            <a:off x="1234440" y="2514600"/>
            <a:ext cx="329184" cy="329184"/>
          </a:xfrm>
          <a:prstGeom prst="ellipse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240487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5A3C20"/>
                </a:solidFill>
                <a:latin typeface="Georgia"/>
              </a:rPr>
              <a:t>Drop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0487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6592B"/>
                </a:solidFill>
                <a:latin typeface="Calibri"/>
              </a:rPr>
              <a:t>October 9,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423160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Side loading dock, three to seven in the evening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3474720"/>
            <a:ext cx="329184" cy="329184"/>
          </a:xfrm>
          <a:prstGeom prst="ellipse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3364991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5A3C20"/>
                </a:solidFill>
                <a:latin typeface="Georgia"/>
              </a:rPr>
              <a:t>Event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64991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6592B"/>
                </a:solidFill>
                <a:latin typeface="Calibri"/>
              </a:rPr>
              <a:t>October 10,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83279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Floor opens, judging, demonstrations</a:t>
            </a:r>
          </a:p>
        </p:txBody>
      </p:sp>
      <p:sp>
        <p:nvSpPr>
          <p:cNvPr id="17" name="Oval 16"/>
          <p:cNvSpPr/>
          <p:nvPr/>
        </p:nvSpPr>
        <p:spPr>
          <a:xfrm>
            <a:off x="1234440" y="4434840"/>
            <a:ext cx="329184" cy="329184"/>
          </a:xfrm>
          <a:prstGeom prst="ellipse">
            <a:avLst/>
          </a:prstGeom>
          <a:solidFill>
            <a:srgbClr val="5A3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20240" y="432511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5A3C20"/>
                </a:solidFill>
                <a:latin typeface="Georgia"/>
              </a:rPr>
              <a:t>Pickup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25112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6592B"/>
                </a:solidFill>
                <a:latin typeface="Calibri"/>
              </a:rPr>
              <a:t>October 11,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343400"/>
            <a:ext cx="4114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55555"/>
                </a:solidFill>
                <a:latin typeface="Calibri"/>
              </a:rPr>
              <a:t>Same dock, four to six, claim slip required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576072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B8A482"/>
                </a:solidFill>
                <a:latin typeface="Calibri"/>
              </a:rPr>
              <a:t>The symposium floater covers the piece for its declared value while on the floor.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Walnut Hollow Form</dc:title>
  <dc:subject/>
  <dc:creator>Charles Ferguson</dc:creator>
  <cp:keywords/>
  <dc:description/>
  <cp:lastModifiedBy>Charles Ferguson</cp:lastModifiedBy>
  <cp:revision>1</cp:revision>
  <dcterms:created xsi:type="dcterms:W3CDTF">2026-02-16T10:00:00Z</dcterms:created>
  <dcterms:modified xsi:type="dcterms:W3CDTF">2026-02-16T10:00:00Z</dcterms:modified>
  <cp:category/>
</cp:coreProperties>
</file>