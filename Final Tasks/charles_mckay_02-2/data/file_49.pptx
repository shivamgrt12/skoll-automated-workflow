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Added bus time (min)</c:v>
                </c:pt>
              </c:strCache>
            </c:strRef>
          </c:tx>
          <c:spPr>
            <a:solidFill>
              <a:srgbClr val="3C4A55"/>
            </a:solidFill>
          </c:spPr>
          <c:cat>
            <c:strRef>
              <c:f>Sheet1!$A$2:$A$5</c:f>
              <c:strCache>
                <c:ptCount val="4"/>
                <c:pt idx="0">
                  <c:v>Big Horn</c:v>
                </c:pt>
                <c:pt idx="1">
                  <c:v>Fremont</c:v>
                </c:pt>
                <c:pt idx="2">
                  <c:v>Carbon</c:v>
                </c:pt>
                <c:pt idx="3">
                  <c:v>Sweetwater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52</c:v>
                </c:pt>
                <c:pt idx="2">
                  <c:v>41</c:v>
                </c:pt>
                <c:pt idx="3">
                  <c:v>33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2303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A24B"/>
                </a:solidFill>
                <a:latin typeface="Cambria"/>
              </a:rPr>
              <a:t>PARK COUNTY SCHOOL BOARD, DISTRICT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1" i="0">
                <a:solidFill>
                  <a:srgbClr val="F4F1E9"/>
                </a:solidFill>
                <a:latin typeface="Cambria"/>
              </a:rPr>
              <a:t>The Cost of Consolidation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1">
                <a:solidFill>
                  <a:srgbClr val="AEB6C2"/>
                </a:solidFill>
                <a:latin typeface="Calibri"/>
              </a:rPr>
              <a:t>A case for measuring the real cost to children before the vote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AEB6C2"/>
                </a:solidFill>
                <a:latin typeface="Calibri"/>
              </a:rPr>
              <a:t>Prepared by Charles McKay  |  Special session, November 10,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C2B3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4F1E9"/>
                </a:solidFill>
                <a:latin typeface="Cambria"/>
              </a:rPr>
              <a:t>What is on the table</a:t>
            </a:r>
          </a:p>
          <a:p>
            <a:r>
              <a:rPr sz="1300" b="0" i="1">
                <a:solidFill>
                  <a:srgbClr val="AEB6C2"/>
                </a:solidFill>
                <a:latin typeface="Calibri"/>
              </a:rPr>
              <a:t>Combining Sage Creek Elementary and Pronghorn Valley Elementary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2303D"/>
                </a:solidFill>
                <a:latin typeface="Calibri"/>
              </a:rPr>
              <a:t>The proposal closes two rural elementary schools into one.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2303D"/>
                </a:solidFill>
                <a:latin typeface="Calibri"/>
              </a:rPr>
              <a:t>On paper it saves a building.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2303D"/>
                </a:solidFill>
                <a:latin typeface="Calibri"/>
              </a:rPr>
              <a:t>In practice it places children as young as five on bus routes approaching forty five minutes each way.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2303D"/>
                </a:solidFill>
                <a:latin typeface="Calibri"/>
              </a:rPr>
              <a:t>Pickup comes before sunup, in January, on winter roads.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2303D"/>
                </a:solidFill>
                <a:latin typeface="Calibri"/>
              </a:rPr>
              <a:t>This brief lays the numbers out plainly so the board can decide.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237744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28800"/>
            <a:ext cx="1920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45 minutes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longest projected one way 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645920"/>
            <a:ext cx="219456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8288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age 5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youngest riders affected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657600"/>
            <a:ext cx="237744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840480"/>
            <a:ext cx="1920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85 families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at the Sage Creek meeting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3657600"/>
            <a:ext cx="219456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384048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4 counties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reviewed for outcomes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C2B3A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4F1E9"/>
                </a:solidFill>
                <a:latin typeface="Cambria"/>
              </a:rPr>
              <a:t>What happened elsewhere</a:t>
            </a:r>
          </a:p>
          <a:p>
            <a:r>
              <a:rPr sz="1300" b="0" i="1">
                <a:solidFill>
                  <a:srgbClr val="AEB6C2"/>
                </a:solidFill>
                <a:latin typeface="Calibri"/>
              </a:rPr>
              <a:t>Added one way bus time, four Wyoming counties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737360"/>
            <a:ext cx="42062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303D"/>
                </a:solidFill>
                <a:latin typeface="Calibri"/>
              </a:rPr>
              <a:t>Added travel ran from 33 to 52 minutes each way.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303D"/>
                </a:solidFill>
                <a:latin typeface="Calibri"/>
              </a:rPr>
              <a:t>Average across the four cases is 41 minutes.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303D"/>
                </a:solidFill>
                <a:latin typeface="Calibri"/>
              </a:rPr>
              <a:t>Three of the four lost students within two years.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C8A24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2303D"/>
                </a:solidFill>
                <a:latin typeface="Calibri"/>
              </a:rPr>
              <a:t>Savings ran thin once the district paid to move children farther every day.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C2B3A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4F1E9"/>
                </a:solidFill>
                <a:latin typeface="Cambria"/>
              </a:rPr>
              <a:t>Three plain things before any vote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88136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1.  Measure winter drive times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A route by route map with actual times on winter roads, not summer estimates.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27248"/>
            <a:ext cx="1088136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10128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2.  Show the full cost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Transportation cost added, set against the building cost saved.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08576"/>
            <a:ext cx="1088136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91456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8A6D26"/>
                </a:solidFill>
                <a:latin typeface="Cambria"/>
              </a:rPr>
              <a:t>3.  Plan for the youngest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303D"/>
                </a:solidFill>
                <a:latin typeface="Calibri"/>
              </a:rPr>
              <a:t>Written supervision for young children on the longest routes, before and after school.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4F1E9"/>
                </a:solidFill>
                <a:latin typeface="Cambria"/>
              </a:rPr>
              <a:t>Count the cost to the children first.</a:t>
            </a:r>
          </a:p>
          <a:p>
            <a:pPr>
              <a:spcBef>
                <a:spcPts val="1200"/>
              </a:spcBef>
            </a:pPr>
            <a:r>
              <a:rPr sz="1800" b="0" i="1">
                <a:solidFill>
                  <a:srgbClr val="AEB6C2"/>
                </a:solidFill>
                <a:latin typeface="Calibri"/>
              </a:rPr>
              <a:t>I remain willing to keep both buildings open through shared staffing and a combined administrative arrangement.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AEB6C2"/>
                </a:solidFill>
                <a:latin typeface="Calibri"/>
              </a:rPr>
              <a:t>Charles McKay  |  District 3, Park County School Board  |  1462 County Road 6WX, Cody, Wyoming 82414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Charles McKay</dc:creator>
  <cp:keywords/>
  <dc:description/>
  <cp:lastModifiedBy>Charles McKay</cp:lastModifiedBy>
  <cp:revision>1</cp:revision>
  <dcterms:created xsi:type="dcterms:W3CDTF">2013-01-27T09:14:16Z</dcterms:created>
  <dcterms:modified xsi:type="dcterms:W3CDTF">2013-01-27T09:15:58Z</dcterms:modified>
  <cp:category/>
</cp:coreProperties>
</file>