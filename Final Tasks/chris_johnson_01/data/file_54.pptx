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Patient Assessment &amp; Field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2EC"/>
                </a:solidFill>
                <a:latin typeface="Calibri"/>
              </a:rPr>
              <a:t>EMS 101 — Emergency Medical Technician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C874"/>
                </a:solidFill>
                <a:latin typeface="Calibri"/>
              </a:rPr>
              <a:t>John Jay College EMS Program  ·  Instructor: Chris Johnson  · 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Today's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Unit 2 ·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Perform a structured primary and secondary patient assessment.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Identify and manage immediate life threats in order.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Communicate findings using the standard hand-off report.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Apply START triage to sort a multi-casualty scene.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Document care accurately and understand the medical-legal frame.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280160" cy="73152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Part 1 — The Primary Survey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Primary Survey (XABCDE)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Assessment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3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8696"/>
                <a:gridCol w="3698138"/>
                <a:gridCol w="4807579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Immediate action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X — Exsanguination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Life-threatening bleeding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Tourniquet, pressure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A — Airway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Patent? Obstructed?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Manual maneuvers, adjuncts, suction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B — Breathing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Rate, effort, sounds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Assist ventilations, oxygen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C — Circulation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Pulse, skin, bleeding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Control bleeding,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D — Disability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AVPU, pupils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Protect spine, glucose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E —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Expose &amp; examine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Prevent heat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B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109115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2A3A"/>
                </a:solidFill>
                <a:latin typeface="Calibri"/>
              </a:rPr>
              <a:t>Work top to bottom; do not move on until each life threat is addressed.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280160" cy="73152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Part 2 — Mass-Casualty Triage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START Triage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Multi-casualty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Triage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823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Role players in drill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&lt; 9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Target sort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5191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5191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30s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5191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Per patient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START Triage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Sort &amp;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Immediate (Red): life threat, treat now.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Delayed (Yellow): serious, can wait short term.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Minor (Green): walking wounded.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Expectant (Black): deceased or unsurvivable.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Reassess continuously as resources arrive.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Field Example &amp; Skills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Framed with a Midtown multi-alarm run to anchor the concept.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Lab uses 38 role players; target is sorting all patients in under nine minutes.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Pass-and-refine skills model: every student clears the station before the practical exam.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Cohort tracks against the 95 percent program pass-rate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Summary &amp; Next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Primary survey finds and fixes life threats in order.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START sorts many patients fast when resources are scarce.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Read the airway and trauma chapters before the next lab.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Skills demonstration videos are on the program Vimeo library.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