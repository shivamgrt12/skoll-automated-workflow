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Ladder and Smoke — 2026 Season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233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2EC"/>
                </a:solidFill>
                <a:latin typeface="Calibri"/>
              </a:rPr>
              <a:t>Competition barbecue on the KCBS circuit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0C874"/>
                </a:solidFill>
                <a:latin typeface="Calibri"/>
              </a:rPr>
              <a:t>Chris Johnson &amp; Tommy Brennan  ·  Yonkers, NY  ·  4 events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Season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C874"/>
                </a:solidFill>
                <a:latin typeface="Calibri"/>
              </a:rPr>
              <a:t>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2567863" cy="17373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256786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3A5A78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256786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7B"/>
                </a:solidFill>
                <a:latin typeface="Calibri"/>
              </a:rPr>
              <a:t>Events cooked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0823" y="1554480"/>
            <a:ext cx="2567863" cy="17373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0823" y="1783080"/>
            <a:ext cx="256786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3A5A78"/>
                </a:solidFill>
                <a:latin typeface="Calibri"/>
              </a:rPr>
              <a:t>8th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2697480"/>
            <a:ext cx="256786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7B"/>
                </a:solidFill>
                <a:latin typeface="Calibri"/>
              </a:rPr>
              <a:t>Best overall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1554480"/>
            <a:ext cx="2567863" cy="17373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783080"/>
            <a:ext cx="256786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3A5A78"/>
                </a:solidFill>
                <a:latin typeface="Calibri"/>
              </a:rPr>
              <a:t>4th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2697480"/>
            <a:ext cx="256786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7B"/>
                </a:solidFill>
                <a:latin typeface="Calibri"/>
              </a:rPr>
              <a:t>Best category (brisket)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75191" y="1554480"/>
            <a:ext cx="2567863" cy="173736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5191" y="1783080"/>
            <a:ext cx="256786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3A5A78"/>
                </a:solidFill>
                <a:latin typeface="Calibri"/>
              </a:rPr>
              <a:t>$420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5191" y="2697480"/>
            <a:ext cx="256786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B7B"/>
                </a:solidFill>
                <a:latin typeface="Calibri"/>
              </a:rPr>
              <a:t>Avg cost / event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Results by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C874"/>
                </a:solidFill>
                <a:latin typeface="Calibri"/>
              </a:rPr>
              <a:t>Standings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44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5457"/>
                <a:gridCol w="1897728"/>
                <a:gridCol w="1605770"/>
                <a:gridCol w="2335666"/>
                <a:gridCol w="1459791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Overall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Best category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Beacon Spring Smoke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2026-04-11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15th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Brisket 8th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167.4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Kingston Rib Fest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2026-05-16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11th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Ribs 6th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171.2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Poughkeepsie Classic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2026-06-13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10th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Chicken 7th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169.8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Hudson Valley Championship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2026-11-29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8th (best)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Brisket 4th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174.6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FB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035040"/>
            <a:ext cx="1091153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B2A3A"/>
                </a:solidFill>
                <a:latin typeface="Calibri"/>
              </a:rPr>
              <a:t>Steady climb across the season; brisket is the strongest category.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C874"/>
                </a:solidFill>
                <a:latin typeface="Calibr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A5A78"/>
                </a:solidFill>
                <a:latin typeface="Calibri"/>
              </a:rPr>
              <a:t>•  Brisket dialed in: post oak, 14-hour Texas-style, consistent bark and smoke ring.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Tommy's ribs and pork carried the middle of the day.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Tighter turn-in timing reduced late boxes.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Chicken thighs improved with a hotter final render.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Cost Split (50/50 with Tommy)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C874"/>
                </a:solidFill>
                <a:latin typeface="Calibri"/>
              </a:rPr>
              <a:t>Budget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4414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9374"/>
                <a:gridCol w="2335666"/>
                <a:gridCol w="2335666"/>
                <a:gridCol w="2043708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Chris share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Tommy share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3A5A7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Beacon Spring Smoke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$210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$210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$420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Kingston Rib Fest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Poughkeepsie Classic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$215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$205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$420</a:t>
                      </a:r>
                    </a:p>
                  </a:txBody>
                  <a:tcPr>
                    <a:solidFill>
                      <a:srgbClr val="EEF3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Hudson Valley Championship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</a:rPr>
                        <a:t>$440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FBF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035040"/>
            <a:ext cx="1091153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B2A3A"/>
                </a:solidFill>
                <a:latin typeface="Calibri"/>
              </a:rPr>
              <a:t>Brisket is Chris's $150 share of the shared meat; costs reconcile in the barbecue book at tax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0C8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Next Season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0C874"/>
                </a:solidFill>
                <a:latin typeface="Calibri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3A5A78"/>
                </a:solidFill>
                <a:latin typeface="Calibri"/>
              </a:rPr>
              <a:t>•  Target a top-5 overall at Hudson Valley on November 29.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Add a burnt-ends entry to the pork box.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Reorder competition wood and rubs before the championship.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B2A3A"/>
                </a:solidFill>
                <a:latin typeface="Calibri"/>
              </a:rPr>
              <a:t>•  Keep the cost log current for the year-end reconciliation.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