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 %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99.94</c:v>
                </c:pt>
                <c:pt idx="1">
                  <c:v>99.96</c:v>
                </c:pt>
                <c:pt idx="2">
                  <c:v>99.97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6A-4145-8577-03AC4BE1B5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%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99.9</c:v>
                </c:pt>
                <c:pt idx="1">
                  <c:v>99.9</c:v>
                </c:pt>
                <c:pt idx="2">
                  <c:v>99.9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6A-4145-8577-03AC4BE1B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2E8F0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2E8F0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8BDF8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B9C-4823-8069-068F178DB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2E8F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2E8F0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Platform Reliability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2DD4BF"/>
                </a:solidFill>
                <a:latin typeface="Calibri"/>
              </a:rPr>
              <a:t>Container Orchestration Layer  |  Fourth Quarter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Prepared by Corey Holloway, Senior Site Reliability Engineer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Quarter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0604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60604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99.97%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Platform 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06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Mean time to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Incidents handled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60604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+42%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Capacity headroom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20040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Calibri"/>
              </a:rPr>
              <a:t>Monthly availability against target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0" y="320040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3063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Calibri"/>
              </a:rPr>
              <a:t>Incidents by severity, Q4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70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dirty="0">
                <a:solidFill>
                  <a:srgbClr val="0F172A"/>
                </a:solidFill>
                <a:latin typeface="Calibri"/>
              </a:rPr>
              <a:t>Reliability Workstreams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Capacity, incident response and platform hardening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Workstream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578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Capacity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Forecast models extended through first quarter 2027. Autoscaling thresholds retuned after load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578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73152" cy="12801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4813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Incident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Runbook coverage now spans the top ten failure modes. On call paging reduced false positives by a third.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2578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9864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Platform 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Control plane upgraded and storage classes consolidated. Backup restore drills passed twice this quarter.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88920"/>
            <a:ext cx="52578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73152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Mentoring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9184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Two junior engineers ramped onto the on call rotation with shadow weeks and review sessions.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Service Level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</a:rPr>
                        <a:t>Service</a:t>
                      </a:r>
                    </a:p>
                  </a:txBody>
                  <a:tcPr marL="137160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 marL="137160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</a:rPr>
                        <a:t>Q4 Actual</a:t>
                      </a:r>
                    </a:p>
                  </a:txBody>
                  <a:tcPr marL="137160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</a:rPr>
                        <a:t>Status</a:t>
                      </a:r>
                    </a:p>
                  </a:txBody>
                  <a:tcPr marL="137160" anchor="ctr"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API gateway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99.95%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99.98%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Met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Scheduler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99.90%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99.94%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Met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Storage layer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99.90%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99.89%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Watch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Ingress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99.95%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99.97%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</a:rPr>
                        <a:t>Met</a:t>
                      </a:r>
                    </a:p>
                  </a:txBody>
                  <a:tcPr marL="13716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194560"/>
            <a:ext cx="1051560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Priorities for First Quarter 2027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Close the storage layer gap, finish capacity models, and graduate both junior engineers to primary on call.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kumar</cp:lastModifiedBy>
  <cp:revision>2</cp:revision>
  <dcterms:created xsi:type="dcterms:W3CDTF">2013-01-27T09:14:16Z</dcterms:created>
  <dcterms:modified xsi:type="dcterms:W3CDTF">2026-06-29T09:15:58Z</dcterms:modified>
  <cp:category/>
</cp:coreProperties>
</file>