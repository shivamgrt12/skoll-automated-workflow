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22D3E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Storage</c:v>
                </c:pt>
                <c:pt idx="2">
                  <c:v>Network</c:v>
                </c:pt>
                <c:pt idx="3">
                  <c:v>Observability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DE9F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DE9F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Uptime %</c:v>
                </c:pt>
              </c:strCache>
            </c:strRef>
          </c:tx>
          <c:spPr>
            <a:solidFill>
              <a:srgbClr val="F472B6"/>
            </a:solidFill>
            <a:ln>
              <a:noFill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99.8</c:v>
                </c:pt>
                <c:pt idx="3">
                  <c:v>100</c:v>
                </c:pt>
                <c:pt idx="4">
                  <c:v>100</c:v>
                </c:pt>
                <c:pt idx="5">
                  <c:v>99.9</c:v>
                </c:pt>
                <c:pt idx="6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DE9F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EDE9FE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Home Lab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0">
                <a:solidFill>
                  <a:srgbClr val="A78BFA"/>
                </a:solidFill>
                <a:latin typeface="Calibri"/>
              </a:rPr>
              <a:t>A quiet rack that keeps the house, the rides and the scripts honest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Lab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06040" cy="155448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606040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C4B5FD"/>
                </a:solidFill>
                <a:latin typeface="Calibri"/>
              </a:rPr>
              <a:t>Compute nodes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06040" cy="155448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0604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18 TB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C4B5FD"/>
                </a:solidFill>
                <a:latin typeface="Calibri"/>
              </a:rPr>
              <a:t>Usable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06040" cy="155448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06040" cy="82296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64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C4B5FD"/>
                </a:solidFill>
                <a:latin typeface="Calibri"/>
              </a:rPr>
              <a:t>Cluster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71600"/>
            <a:ext cx="2606040" cy="155448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371600"/>
            <a:ext cx="2606040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41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C4B5FD"/>
                </a:solidFill>
                <a:latin typeface="Calibri"/>
              </a:rPr>
              <a:t>Idle draw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40080" y="3246120"/>
          <a:ext cx="54864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3108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C4B5FD"/>
                </a:solidFill>
                <a:latin typeface="Calibri"/>
              </a:rPr>
              <a:t>Running services by tier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0" y="3246120"/>
          <a:ext cx="512064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3108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C4B5FD"/>
                </a:solidFill>
                <a:latin typeface="Calibri"/>
              </a:rPr>
              <a:t>Weekly uptime, last seven days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8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>
                <a:solidFill>
                  <a:srgbClr val="1E1B4B"/>
                </a:solidFill>
                <a:latin typeface="Calibri"/>
              </a:rPr>
              <a:t>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312E81"/>
                </a:solidFill>
                <a:latin typeface="Calibri"/>
              </a:rPr>
              <a:t>Boring on purpose, observable by default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It Is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11887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25780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A78BFA"/>
                </a:solidFill>
                <a:latin typeface="Calibri"/>
              </a:rPr>
              <a:t>Reproducible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B5FD"/>
                </a:solidFill>
                <a:latin typeface="Calibri"/>
              </a:rPr>
              <a:t>Every node rebuilds from version controlled configuration. No hand tuned servers, no surprises.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11887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25780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6362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Observable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B5FD"/>
                </a:solidFill>
                <a:latin typeface="Calibri"/>
              </a:rPr>
              <a:t>Metrics, logs and alerts on each service. If it cannot be seen, it cannot be trusted.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5257800" cy="11887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43200"/>
            <a:ext cx="5257800" cy="7315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8950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472B6"/>
                </a:solidFill>
                <a:latin typeface="Calibri"/>
              </a:rPr>
              <a:t>Resilient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B5FD"/>
                </a:solidFill>
                <a:latin typeface="Calibri"/>
              </a:rPr>
              <a:t>Nightly snapshots and a tested restore. A failed drive is an inconvenience, not a loss.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43200"/>
            <a:ext cx="5257800" cy="11887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43200"/>
            <a:ext cx="525780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88950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A78BFA"/>
                </a:solidFill>
                <a:latin typeface="Calibri"/>
              </a:rPr>
              <a:t>Quiet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91840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B5FD"/>
                </a:solidFill>
                <a:latin typeface="Calibri"/>
              </a:rPr>
              <a:t>Low power and low noise. It earns its place by being invisible until it is needed.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Build Step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>
                <a:solidFill>
                  <a:srgbClr val="C4B5FD"/>
                </a:solidFill>
                <a:latin typeface="Calibri"/>
              </a:rPr>
              <a:t>Move alerting to a second low power node so the lab can watch itself even while the primary is patched.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