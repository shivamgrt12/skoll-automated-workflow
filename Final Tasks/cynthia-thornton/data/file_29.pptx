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011680"/>
            <a:ext cx="2743200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1E3A2F"/>
                </a:solidFill>
                <a:latin typeface="Georgia"/>
              </a:rPr>
              <a:t>ROOTSTOCK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3832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1">
                <a:solidFill>
                  <a:srgbClr val="2E6B4F"/>
                </a:solidFill>
                <a:latin typeface="Georgia"/>
              </a:rPr>
              <a:t>Concept and Brand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1206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E3A2F"/>
                </a:solidFill>
                <a:latin typeface="Georgia"/>
              </a:rPr>
              <a:t>A seasonal American restaurant rooted in where the food comes from.</a:t>
            </a:r>
          </a:p>
          <a:p>
            <a:pPr algn="l"/>
            <a:r>
              <a:rPr sz="1200" b="0" i="0">
                <a:solidFill>
                  <a:srgbClr val="2E6B4F"/>
                </a:solidFill>
                <a:latin typeface="Georgia"/>
              </a:rPr>
              <a:t>Cynthia Thornton, Chef-Owner   |   Jersey City and Hoboken, NJ   |   October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0"/>
            <a:ext cx="100584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4F1E8"/>
                </a:solidFill>
                <a:latin typeface="Georgia"/>
              </a:rPr>
              <a:t>The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3A2F"/>
                </a:solidFill>
                <a:latin typeface="Georgia"/>
              </a:rPr>
              <a:t>Rootstock is the part of the plant you graft onto. The foundation everything else grows from.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200400"/>
            <a:ext cx="10515600" cy="25400"/>
          </a:xfrm>
          <a:prstGeom prst="rect">
            <a:avLst/>
          </a:prstGeom>
          <a:solidFill>
            <a:srgbClr val="E3D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10515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3A2F"/>
                </a:solidFill>
                <a:latin typeface="Georgia"/>
              </a:rPr>
              <a:t>For me that foundation is Grandma Rose's recipe binder. The Sunday stew, the pot roast, the bread. Those dishes get refined, never replaced.</a:t>
            </a:r>
          </a:p>
          <a:p>
            <a:pPr algn="l"/>
            <a:r>
              <a:rPr sz="800" b="0" i="0">
                <a:solidFill>
                  <a:srgbClr val="1E3A2F"/>
                </a:solidFill>
                <a:latin typeface="Calibri"/>
              </a:rPr>
              <a:t/>
            </a:r>
          </a:p>
          <a:p>
            <a:pPr algn="l"/>
            <a:r>
              <a:rPr sz="1600" b="0" i="0">
                <a:solidFill>
                  <a:srgbClr val="1E3A2F"/>
                </a:solidFill>
                <a:latin typeface="Georgia"/>
              </a:rPr>
              <a:t>Everything on the menu can be traced back to a hand, a farm, and a season. That is the promise, and it is also the brand.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C9A24B"/>
                </a:solidFill>
                <a:latin typeface="Georgia"/>
              </a:rPr>
              <a:t>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4F1E8"/>
                </a:solidFill>
                <a:latin typeface="Georgia"/>
              </a:rPr>
              <a:t>Food is the most honest thing people make.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3DCC6"/>
                </a:solidFill>
                <a:latin typeface="Georgia"/>
              </a:rPr>
              <a:t>It cannot be faked or shortcut without someone noticing. The menu changes with what the farms have, not with what a distributor is pushing.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212080"/>
            <a:ext cx="3291840" cy="960120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212080"/>
            <a:ext cx="29260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4F1E8"/>
                </a:solidFill>
                <a:latin typeface="Georgia"/>
              </a:rPr>
              <a:t>Seasonal</a:t>
            </a:r>
          </a:p>
          <a:p>
            <a:pPr algn="l"/>
            <a:r>
              <a:rPr sz="1100" b="0" i="0">
                <a:solidFill>
                  <a:srgbClr val="E3DCC6"/>
                </a:solidFill>
                <a:latin typeface="Georgia"/>
              </a:rPr>
              <a:t>menu follows the harvest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5212080"/>
            <a:ext cx="3291840" cy="960120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5212080"/>
            <a:ext cx="29260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4F1E8"/>
                </a:solidFill>
                <a:latin typeface="Georgia"/>
              </a:rPr>
              <a:t>Direct</a:t>
            </a:r>
          </a:p>
          <a:p>
            <a:pPr algn="l"/>
            <a:r>
              <a:rPr sz="1100" b="0" i="0">
                <a:solidFill>
                  <a:srgbClr val="E3DCC6"/>
                </a:solidFill>
                <a:latin typeface="Georgia"/>
              </a:rPr>
              <a:t>relationships with growers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5212080"/>
            <a:ext cx="3291840" cy="960120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5212080"/>
            <a:ext cx="29260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4F1E8"/>
                </a:solidFill>
                <a:latin typeface="Georgia"/>
              </a:rPr>
              <a:t>Honest</a:t>
            </a:r>
          </a:p>
          <a:p>
            <a:pPr algn="l"/>
            <a:r>
              <a:rPr sz="1100" b="0" i="0">
                <a:solidFill>
                  <a:srgbClr val="E3DCC6"/>
                </a:solidFill>
                <a:latin typeface="Georgia"/>
              </a:rPr>
              <a:t>whole animals, real technique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4F1E8"/>
                </a:solidFill>
                <a:latin typeface="Georgia"/>
              </a:rPr>
              <a:t>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35661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C9A24B"/>
                </a:solidFill>
                <a:latin typeface="Georgia"/>
              </a:rPr>
              <a:t>40 seats.</a:t>
            </a:r>
          </a:p>
          <a:p>
            <a:pPr algn="l"/>
            <a:r>
              <a:rPr sz="2200" b="1" i="0">
                <a:solidFill>
                  <a:srgbClr val="F4F1E8"/>
                </a:solidFill>
                <a:latin typeface="Georgia"/>
              </a:rPr>
              <a:t>Open kitchen.</a:t>
            </a:r>
          </a:p>
          <a:p>
            <a:pPr algn="l"/>
            <a:r>
              <a:rPr sz="2200" b="1" i="0">
                <a:solidFill>
                  <a:srgbClr val="F4F1E8"/>
                </a:solidFill>
                <a:latin typeface="Georgia"/>
              </a:rPr>
              <a:t>Warm and unfussy.</a:t>
            </a:r>
          </a:p>
          <a:p>
            <a:pPr algn="l"/>
            <a:r>
              <a:rPr sz="1000" b="0" i="0">
                <a:solidFill>
                  <a:srgbClr val="F4F1E8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E3DCC6"/>
                </a:solidFill>
                <a:latin typeface="Georgia"/>
              </a:rPr>
              <a:t>The open kitchen is the show. No pretense, just the 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914400"/>
            <a:ext cx="50800" cy="105156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914400"/>
            <a:ext cx="64008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3A2F"/>
                </a:solidFill>
                <a:latin typeface="Georgia"/>
              </a:rPr>
              <a:t>A la carte room</a:t>
            </a:r>
          </a:p>
          <a:p>
            <a:pPr algn="l"/>
            <a:r>
              <a:rPr sz="1300" b="0" i="0">
                <a:solidFill>
                  <a:srgbClr val="2E6B4F"/>
                </a:solidFill>
                <a:latin typeface="Georgia"/>
              </a:rPr>
              <a:t>A seasonal menu that turns over with the farms.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2240280"/>
            <a:ext cx="50800" cy="105156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2240280"/>
            <a:ext cx="64008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3A2F"/>
                </a:solidFill>
                <a:latin typeface="Georgia"/>
              </a:rPr>
              <a:t>Five-course tasting</a:t>
            </a:r>
          </a:p>
          <a:p>
            <a:pPr algn="l"/>
            <a:r>
              <a:rPr sz="1300" b="0" i="0">
                <a:solidFill>
                  <a:srgbClr val="2E6B4F"/>
                </a:solidFill>
                <a:latin typeface="Georgia"/>
              </a:rPr>
              <a:t>An optional chef's progression at the counter, 95 dollars.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3566160"/>
            <a:ext cx="50800" cy="105156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3566160"/>
            <a:ext cx="64008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3A2F"/>
                </a:solidFill>
                <a:latin typeface="Georgia"/>
              </a:rPr>
              <a:t>House everything</a:t>
            </a:r>
          </a:p>
          <a:p>
            <a:pPr algn="l"/>
            <a:r>
              <a:rPr sz="1300" b="0" i="0">
                <a:solidFill>
                  <a:srgbClr val="2E6B4F"/>
                </a:solidFill>
                <a:latin typeface="Georgia"/>
              </a:rPr>
              <a:t>Cultured butter, milled pasta, bread at 82 percent hydration.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4892040"/>
            <a:ext cx="50800" cy="105156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4892040"/>
            <a:ext cx="64008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3A2F"/>
                </a:solidFill>
                <a:latin typeface="Georgia"/>
              </a:rPr>
              <a:t>Counted covers</a:t>
            </a:r>
          </a:p>
          <a:p>
            <a:pPr algn="l"/>
            <a:r>
              <a:rPr sz="1300" b="0" i="0">
                <a:solidFill>
                  <a:srgbClr val="2E6B4F"/>
                </a:solidFill>
                <a:latin typeface="Georgia"/>
              </a:rPr>
              <a:t>Built deliberately, not chasing volume on day one.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651760"/>
            <a:ext cx="2194560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4F1E8"/>
                </a:solidFill>
                <a:latin typeface="Georgia"/>
              </a:rPr>
              <a:t>Food is the most honest thing we make.</a:t>
            </a:r>
          </a:p>
          <a:p>
            <a:pPr algn="l"/>
            <a:r>
              <a:rPr sz="3000" b="1" i="0">
                <a:solidFill>
                  <a:srgbClr val="C9A24B"/>
                </a:solidFill>
                <a:latin typeface="Georgia"/>
              </a:rPr>
              <a:t>Let's build something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852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3DCC6"/>
                </a:solidFill>
                <a:latin typeface="Georgia"/>
              </a:rPr>
              <a:t>Cynthia Thornton   |   cynthia.thornton@Finthesiss.ai   |   (201) 555-0147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Cynthia Thornton</dc:creator>
  <cp:lastModifiedBy>Cynthia Thornton</cp:lastModifiedBy>
  <dcterms:created xsi:type="dcterms:W3CDTF">2026-10-10T09:00:00Z</dcterms:created>
  <dcterms:modified xsi:type="dcterms:W3CDTF">2026-10-15T18:00:00Z</dcterms:modified>
</cp:coreProperties>
</file>