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Guests served</c:v>
                </c:pt>
              </c:strCache>
            </c:strRef>
          </c:tx>
          <c:spPr>
            <a:solidFill>
              <a:srgbClr val="6B1F24"/>
            </a:solidFill>
          </c:spPr>
          <c:cat>
            <c:strRef>
              <c:f>Sheet1!$A$2:$A$6</c:f>
              <c:strCache>
                <c:ptCount val="5"/>
                <c:pt idx="0">
                  <c:v>Church social</c:v>
                </c:pt>
                <c:pt idx="1">
                  <c:v>Office lunch</c:v>
                </c:pt>
                <c:pt idx="2">
                  <c:v>Wedding party</c:v>
                </c:pt>
                <c:pt idx="3">
                  <c:v>Holiday party</c:v>
                </c:pt>
                <c:pt idx="4">
                  <c:v>Corporate lunch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55</c:v>
                </c:pt>
                <c:pt idx="2">
                  <c:v>90</c:v>
                </c:pt>
                <c:pt idx="3">
                  <c:v>70</c:v>
                </c:pt>
                <c:pt idx="4">
                  <c:v>75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2A211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A211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A211B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A211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Fie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Fie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Field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Fie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Field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Fiel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Field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Field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Fiel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Field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Field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Fiel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Field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Field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Fie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Field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Field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Field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Field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228600"/>
          </a:xfrm>
          <a:prstGeom prst="rect">
            <a:avLst/>
          </a:prstGeom>
          <a:solidFill>
            <a:srgbClr val="D8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5400" b="1" i="0">
                <a:solidFill>
                  <a:srgbClr val="F6EFE2"/>
                </a:solidFill>
                <a:latin typeface="Georgia"/>
              </a:rPr>
              <a:t>Memphis Soul Kitchen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0040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0" i="1">
                <a:solidFill>
                  <a:srgbClr val="D8A14A"/>
                </a:solidFill>
                <a:latin typeface="Georgia"/>
              </a:rPr>
              <a:t>Catering Capabilities and Corporate Lunch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5156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F6EFE2"/>
                </a:solidFill>
                <a:latin typeface="Calibri"/>
              </a:rPr>
              <a:t>Prepared for the Dominion Financial Group lunch  |  Darius Marcus Barker, Owner and Head Chef</a:t>
            </a:r>
          </a:p>
          <a:p>
            <a:pPr algn="l"/>
            <a:r>
              <a:rPr sz="1400" b="0" i="0">
                <a:solidFill>
                  <a:srgbClr val="F6EFE2"/>
                </a:solidFill>
                <a:latin typeface="Calibri"/>
              </a:rPr>
              <a:t>2501 East Broad Street, Richmond, VA 23223  |  (804) 555-2200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2560320"/>
            <a:ext cx="822960" cy="822960"/>
          </a:xfrm>
          <a:prstGeom prst="ellipse">
            <a:avLst/>
          </a:prstGeom>
          <a:solidFill>
            <a:srgbClr val="D8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914400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400" b="1" i="0">
                <a:solidFill>
                  <a:srgbClr val="F6EFE2"/>
                </a:solidFill>
                <a:latin typeface="Georgia"/>
              </a:rPr>
              <a:t>What We Bring to Your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566160"/>
            <a:ext cx="91440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1">
                <a:solidFill>
                  <a:srgbClr val="D8A14A"/>
                </a:solidFill>
                <a:latin typeface="Calibri"/>
              </a:rPr>
              <a:t>Fourth year in Church Hill, forty two seats, and a growing catering 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6EFE2"/>
                </a:solidFill>
                <a:latin typeface="Georgia"/>
              </a:rPr>
              <a:t>Service Styles and Strengths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94960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94960" cy="502920"/>
          </a:xfrm>
          <a:prstGeom prst="rect">
            <a:avLst/>
          </a:prstGeom>
          <a:solidFill>
            <a:srgbClr val="D8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029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4A1418"/>
                </a:solidFill>
                <a:latin typeface="Calibri"/>
              </a:rPr>
              <a:t>How We 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A211B"/>
                </a:solidFill>
                <a:latin typeface="Calibri"/>
              </a:rPr>
              <a:t>  Buffet, three meats and three sides at 22 per guest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11B"/>
                </a:solidFill>
                <a:latin typeface="Calibri"/>
              </a:rPr>
              <a:t>  Family style, two meats and three sides at 18 per guest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11B"/>
                </a:solidFill>
                <a:latin typeface="Calibri"/>
              </a:rPr>
              <a:t>  Boxed corporate lunch, one meat and two sides at 14 per guest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11B"/>
                </a:solidFill>
                <a:latin typeface="Calibri"/>
              </a:rPr>
              <a:t>  On site setup and staffing available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11B"/>
                </a:solidFill>
                <a:latin typeface="Calibri"/>
              </a:rPr>
              <a:t>  Delivery anywhere in Richmond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11B"/>
                </a:solidFill>
                <a:latin typeface="Calibri"/>
              </a:rPr>
              <a:t>  Low salt options on request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394960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94960" cy="502920"/>
          </a:xfrm>
          <a:prstGeom prst="rect">
            <a:avLst/>
          </a:prstGeom>
          <a:solidFill>
            <a:srgbClr val="D8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25880"/>
            <a:ext cx="5029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4A1418"/>
                </a:solidFill>
                <a:latin typeface="Calibri"/>
              </a:rPr>
              <a:t>Signature Plates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A211B"/>
                </a:solidFill>
                <a:latin typeface="Calibri"/>
              </a:rPr>
              <a:t>  Dry rubbed smoked pork ribs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11B"/>
                </a:solidFill>
                <a:latin typeface="Calibri"/>
              </a:rPr>
              <a:t>  Fried catfish, James River style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11B"/>
                </a:solidFill>
                <a:latin typeface="Calibri"/>
              </a:rPr>
              <a:t>  Seafood gumbo from Dorothy Barker's recipe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11B"/>
                </a:solidFill>
                <a:latin typeface="Calibri"/>
              </a:rPr>
              <a:t>  Collard greens with smoked turkey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11B"/>
                </a:solidFill>
                <a:latin typeface="Calibri"/>
              </a:rPr>
              <a:t>  Baked four cheese mac and cheese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11B"/>
                </a:solidFill>
                <a:latin typeface="Calibri"/>
              </a:rPr>
              <a:t>  Peach cobbler and fresh sweet tea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6EFE2"/>
                </a:solidFill>
                <a:latin typeface="Georgia"/>
              </a:rPr>
              <a:t>Package Pricing at a Glance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64008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6EFE2"/>
                          </a:solidFill>
                        </a:rPr>
                        <a:t>Package</a:t>
                      </a:r>
                    </a:p>
                  </a:txBody>
                  <a:tcPr>
                    <a:solidFill>
                      <a:srgbClr val="6B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6EFE2"/>
                          </a:solidFill>
                        </a:rPr>
                        <a:t>Per Guest</a:t>
                      </a:r>
                    </a:p>
                  </a:txBody>
                  <a:tcPr>
                    <a:solidFill>
                      <a:srgbClr val="6B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6EFE2"/>
                          </a:solidFill>
                        </a:rPr>
                        <a:t>75 Guests</a:t>
                      </a:r>
                    </a:p>
                  </a:txBody>
                  <a:tcPr>
                    <a:solidFill>
                      <a:srgbClr val="6B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6EFE2"/>
                          </a:solidFill>
                        </a:rPr>
                        <a:t>Includes</a:t>
                      </a:r>
                    </a:p>
                  </a:txBody>
                  <a:tcPr>
                    <a:solidFill>
                      <a:srgbClr val="6B1F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Boxed lunch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$14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$1,050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One meat, two sides, cornbread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Family style</a:t>
                      </a:r>
                    </a:p>
                  </a:txBody>
                  <a:tcPr>
                    <a:solidFill>
                      <a:srgbClr val="F0E6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$18</a:t>
                      </a:r>
                    </a:p>
                  </a:txBody>
                  <a:tcPr>
                    <a:solidFill>
                      <a:srgbClr val="F0E6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$1,350</a:t>
                      </a:r>
                    </a:p>
                  </a:txBody>
                  <a:tcPr>
                    <a:solidFill>
                      <a:srgbClr val="F0E6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Two meats, three sides, tea</a:t>
                      </a:r>
                    </a:p>
                  </a:txBody>
                  <a:tcPr>
                    <a:solidFill>
                      <a:srgbClr val="F0E6C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Buffet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$22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$1,650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Three meats, three sides, dessert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Add dessert tray</a:t>
                      </a:r>
                    </a:p>
                  </a:txBody>
                  <a:tcPr>
                    <a:solidFill>
                      <a:srgbClr val="F0E6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$3</a:t>
                      </a:r>
                    </a:p>
                  </a:txBody>
                  <a:tcPr>
                    <a:solidFill>
                      <a:srgbClr val="F0E6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$225</a:t>
                      </a:r>
                    </a:p>
                  </a:txBody>
                  <a:tcPr>
                    <a:solidFill>
                      <a:srgbClr val="F0E6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Peach cobbler service</a:t>
                      </a:r>
                    </a:p>
                  </a:txBody>
                  <a:tcPr>
                    <a:solidFill>
                      <a:srgbClr val="F0E6C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Add tea and lemonade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$2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$150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A211B"/>
                          </a:solidFill>
                        </a:rPr>
                        <a:t>Sweet tea and fresh lemonade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1">
                <a:solidFill>
                  <a:srgbClr val="4A1418"/>
                </a:solidFill>
                <a:latin typeface="Calibri"/>
              </a:rPr>
              <a:t>A seventy five guest buffet runs about 1,650 before add ons. A twenty percent deposit holds the date.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6EFE2"/>
                </a:solidFill>
                <a:latin typeface="Georgia"/>
              </a:rPr>
              <a:t>Catering Volume by Event, Recent Season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280160"/>
          <a:ext cx="1069848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109728"/>
          </a:xfrm>
          <a:prstGeom prst="rect">
            <a:avLst/>
          </a:prstGeom>
          <a:solidFill>
            <a:srgbClr val="D8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F6EFE2"/>
                </a:solidFill>
                <a:latin typeface="Georgia"/>
              </a:rPr>
              <a:t>Let Us Cook for Your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1051560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F6EFE2"/>
                </a:solidFill>
                <a:latin typeface="Calibri"/>
              </a:rPr>
              <a:t>Darius Marcus Barker, Owner and Head Chef</a:t>
            </a:r>
          </a:p>
          <a:p>
            <a:pPr algn="l"/>
            <a:r>
              <a:rPr sz="1600" b="0" i="0">
                <a:solidFill>
                  <a:srgbClr val="F6EFE2"/>
                </a:solidFill>
                <a:latin typeface="Calibri"/>
              </a:rPr>
              <a:t>Memphis Soul Kitchen LLC, 2501 East Broad Street, Richmond, VA 23223</a:t>
            </a:r>
          </a:p>
          <a:p>
            <a:pPr algn="l"/>
            <a:r>
              <a:rPr sz="1600" b="0" i="0">
                <a:solidFill>
                  <a:srgbClr val="F6EFE2"/>
                </a:solidFill>
                <a:latin typeface="Calibri"/>
              </a:rPr>
              <a:t>(804) 555-2200  |  darius.barker@Greenridertech.co</a:t>
            </a:r>
          </a:p>
          <a:p>
            <a:pPr algn="l"/>
            <a:r>
              <a:rPr sz="1600" b="0" i="0">
                <a:solidFill>
                  <a:srgbClr val="F6EFE2"/>
                </a:solidFill>
                <a:latin typeface="Calibri"/>
              </a:rPr>
              <a:t>(c) 2026 Memphis Soul Kitchen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  <dc:creator/>
</cp:coreProperties>
</file>