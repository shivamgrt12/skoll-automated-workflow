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Bleached colonies</c:v>
                </c:pt>
              </c:strCache>
            </c:strRef>
          </c:tx>
          <c:spPr>
            <a:solidFill>
              <a:srgbClr val="1C6EA4"/>
            </a:solidFill>
          </c:spPr>
          <c:cat>
            <c:strRef>
              <c:f>Sheet1!$A$2:$A$5</c:f>
              <c:strCache>
                <c:ptCount val="4"/>
                <c:pt idx="0">
                  <c:v>Masonboro</c:v>
                </c:pt>
                <c:pt idx="1">
                  <c:v>Crystal Pier</c:v>
                </c:pt>
                <c:pt idx="2">
                  <c:v>Five Mile</c:v>
                </c:pt>
                <c:pt idx="3">
                  <c:v>Liberty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7.7</c:v>
                </c:pt>
                <c:pt idx="1">
                  <c:v>5.5</c:v>
                </c:pt>
                <c:pt idx="2">
                  <c:v>5.8</c:v>
                </c:pt>
                <c:pt idx="3">
                  <c:v>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0F2A4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F2A43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F2A43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F2A4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4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457200"/>
            <a:ext cx="1188720" cy="1188720"/>
          </a:xfrm>
          <a:prstGeom prst="ellipse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9144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mbria"/>
              </a:rPr>
              <a:t>Coral Recovery in Wrightsville Sound</a:t>
            </a:r>
          </a:p>
          <a:p>
            <a:pPr algn="l"/>
            <a:r>
              <a:rPr sz="1500" b="0">
                <a:solidFill>
                  <a:srgbClr val="4FA8D8"/>
                </a:solidFill>
                <a:latin typeface="Cambria"/>
              </a:rPr>
              <a:t>Biweekly transect surveys, October 2025 to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A43"/>
                </a:solidFill>
                <a:latin typeface="Calibri"/>
              </a:rPr>
              <a:t>Darren Mitchell Cash, Marine Biology, Oakridge University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Advisor: Professor Karen Whitfield</a:t>
            </a:r>
          </a:p>
          <a:p>
            <a:pPr algn="l"/>
            <a:r>
              <a:rPr sz="1200" b="0">
                <a:solidFill>
                  <a:srgbClr val="5A6B7B"/>
                </a:solidFill>
                <a:latin typeface="Calibri"/>
              </a:rPr>
              <a:t>darren.cash@Greenridertech.co, Wilmington, North Carolina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118872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mbria"/>
              </a:rPr>
              <a:t>Section 1. Survey design and sites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Four nearshore sites, fixed transects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118872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A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463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6EA4"/>
                </a:solidFill>
                <a:latin typeface="Calibri"/>
              </a:rPr>
              <a:t>Method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Two fixed transects of twenty five meters per site.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Count every colony within one meter of the line.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Class each as hard coral, soft coral, or bleached.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Photo quadrats every five meters for rechecks.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Depth, visibility, and water temperature logged.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8463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6EA4"/>
                </a:solidFill>
                <a:latin typeface="Calibri"/>
              </a:rPr>
              <a:t>Sites and depth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Masonboro Ledge, 42 to 45 feet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Crystal Pier Reef, 36 to 38 feet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Five Mile Ledge, 58 to 60 feet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Liberty Rocks, 48 feet</a:t>
            </a:r>
          </a:p>
          <a:p>
            <a:pPr algn="l"/>
            <a:r>
              <a:rPr sz="1300" b="0">
                <a:solidFill>
                  <a:srgbClr val="5A6B7B"/>
                </a:solidFill>
                <a:latin typeface="Calibri"/>
              </a:rPr>
              <a:t>Biweekly rotation, buddy survey with C. Hensley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Healthy share by site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Site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Surveys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First healthy %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Latest healthy %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0F2A4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Masonboro 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+5.0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Crystal Pier Reef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84.4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90.7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+6.3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Five Mile 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90.6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89.1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-1.5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Liberty Rocks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71.4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82.1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F2A43"/>
                          </a:solidFill>
                          <a:latin typeface="Calibri"/>
                        </a:rPr>
                        <a:t>+10.7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Mean bleached colonies per transect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28016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554480"/>
          </a:xfrm>
          <a:prstGeom prst="rect">
            <a:avLst/>
          </a:prstGeom>
          <a:solidFill>
            <a:srgbClr val="1C6E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mbria"/>
              </a:rPr>
              <a:t>Recovery is trending up at three of four sites</a:t>
            </a:r>
          </a:p>
          <a:p>
            <a:pPr algn="l"/>
            <a:r>
              <a:rPr sz="1400" b="0">
                <a:solidFill>
                  <a:srgbClr val="4FA8D8"/>
                </a:solidFill>
                <a:latin typeface="Cambria"/>
              </a:rPr>
              <a:t>Full analysis planned for October 2026, draft to advisor January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AF3FA"/>
                </a:solidFill>
                <a:latin typeface="Calibri"/>
              </a:rPr>
              <a:t>Darren Mitchell Cash, darren.cash@Greenridertech.co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  <cp:contentStatus/>
</cp:coreProperties>
</file>