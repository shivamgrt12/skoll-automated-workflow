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Frames kept</c:v>
                </c:pt>
              </c:strCache>
            </c:strRef>
          </c:tx>
          <c:spPr>
            <a:solidFill>
              <a:srgbClr val="2DD4BF"/>
            </a:solidFill>
          </c:spPr>
          <c:cat>
            <c:strRef>
              <c:f>Sheet1!$A$2:$A$4</c:f>
              <c:strCache>
                <c:ptCount val="3"/>
                <c:pt idx="0">
                  <c:v>Coral and reef</c:v>
                </c:pt>
                <c:pt idx="1">
                  <c:v>Fish and life</c:v>
                </c:pt>
                <c:pt idx="2">
                  <c:v>Structure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38</c:v>
                </c:pt>
                <c:pt idx="2">
                  <c:v>21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F4F7FA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4F7FA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4F7FA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F4F7F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228600" cy="24688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F7FA"/>
                </a:solidFill>
                <a:latin typeface="Franklin Gothic Medium"/>
              </a:rPr>
              <a:t>Underwater Portfolio Review</a:t>
            </a:r>
          </a:p>
          <a:p>
            <a:pPr algn="l"/>
            <a:r>
              <a:rPr sz="1600" b="0">
                <a:solidFill>
                  <a:srgbClr val="2DD4BF"/>
                </a:solidFill>
                <a:latin typeface="Franklin Gothic Medium"/>
              </a:rPr>
              <a:t>Carolina waters, the year in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B147"/>
                </a:solidFill>
                <a:latin typeface="Segoe UI"/>
              </a:rPr>
              <a:t>Darren Mitchell Cash, @darren.cash.underwater</a:t>
            </a:r>
          </a:p>
          <a:p>
            <a:pPr algn="l"/>
            <a:r>
              <a:rPr sz="1200" b="0">
                <a:solidFill>
                  <a:srgbClr val="9AA8B6"/>
                </a:solidFill>
                <a:latin typeface="Segoe UI"/>
              </a:rPr>
              <a:t>darren.cash@Greenridertech.co, Wilmington, North Carolina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731520" y="2926080"/>
            <a:ext cx="548640" cy="548640"/>
          </a:xfrm>
          <a:prstGeom prst="diamond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2743200"/>
            <a:ext cx="10058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4F7FA"/>
                </a:solidFill>
                <a:latin typeface="Franklin Gothic Medium"/>
              </a:rPr>
              <a:t>What the season produced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Franklin Gothic Medium"/>
              </a:rPr>
              <a:t>Collections and 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468880" cy="1920240"/>
          </a:xfrm>
          <a:prstGeom prst="rect">
            <a:avLst/>
          </a:prstGeom>
          <a:solidFill>
            <a:srgbClr val="1C20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4688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2B147"/>
                </a:solidFill>
                <a:latin typeface="Segoe UI"/>
              </a:rPr>
              <a:t>300+</a:t>
            </a:r>
          </a:p>
          <a:p>
            <a:pPr algn="ctr"/>
            <a:r>
              <a:rPr sz="1200" b="0">
                <a:solidFill>
                  <a:srgbClr val="9AA8B6"/>
                </a:solidFill>
                <a:latin typeface="Segoe UI"/>
              </a:rPr>
              <a:t>Logged dives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63040"/>
            <a:ext cx="2468880" cy="1920240"/>
          </a:xfrm>
          <a:prstGeom prst="rect">
            <a:avLst/>
          </a:prstGeom>
          <a:solidFill>
            <a:srgbClr val="1C20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645920"/>
            <a:ext cx="24688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2B147"/>
                </a:solidFill>
                <a:latin typeface="Segoe UI"/>
              </a:rPr>
              <a:t>187</a:t>
            </a:r>
          </a:p>
          <a:p>
            <a:pPr algn="ctr"/>
            <a:r>
              <a:rPr sz="1200" b="0">
                <a:solidFill>
                  <a:srgbClr val="9AA8B6"/>
                </a:solidFill>
                <a:latin typeface="Segoe UI"/>
              </a:rPr>
              <a:t>Species in fish 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2468880" cy="1920240"/>
          </a:xfrm>
          <a:prstGeom prst="rect">
            <a:avLst/>
          </a:prstGeom>
          <a:solidFill>
            <a:srgbClr val="1C20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24688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2B147"/>
                </a:solidFill>
                <a:latin typeface="Segoe UI"/>
              </a:rPr>
              <a:t>800</a:t>
            </a:r>
          </a:p>
          <a:p>
            <a:pPr algn="ctr"/>
            <a:r>
              <a:rPr sz="1200" b="0">
                <a:solidFill>
                  <a:srgbClr val="9AA8B6"/>
                </a:solidFill>
                <a:latin typeface="Segoe UI"/>
              </a:rPr>
              <a:t>Feed followers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39" y="1463040"/>
            <a:ext cx="2468880" cy="1920240"/>
          </a:xfrm>
          <a:prstGeom prst="rect">
            <a:avLst/>
          </a:prstGeom>
          <a:solidFill>
            <a:srgbClr val="1C20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39" y="1645920"/>
            <a:ext cx="24688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2B147"/>
                </a:solidFill>
                <a:latin typeface="Segoe UI"/>
              </a:rPr>
              <a:t>4</a:t>
            </a:r>
          </a:p>
          <a:p>
            <a:pPr algn="ctr"/>
            <a:r>
              <a:rPr sz="1200" b="0">
                <a:solidFill>
                  <a:srgbClr val="9AA8B6"/>
                </a:solidFill>
                <a:latin typeface="Segoe UI"/>
              </a:rPr>
              <a:t>Survey sites 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07899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Three working collections</a:t>
            </a:r>
          </a:p>
          <a:p>
            <a:pPr algn="l"/>
            <a:r>
              <a:rPr sz="1300" b="0">
                <a:solidFill>
                  <a:srgbClr val="F4F7FA"/>
                </a:solidFill>
                <a:latin typeface="Segoe UI"/>
              </a:rPr>
              <a:t>Coral and reef recovery frames from the survey transects.</a:t>
            </a:r>
          </a:p>
          <a:p>
            <a:pPr algn="l"/>
            <a:r>
              <a:rPr sz="1300" b="0">
                <a:solidFill>
                  <a:srgbClr val="F4F7FA"/>
                </a:solidFill>
                <a:latin typeface="Segoe UI"/>
              </a:rPr>
              <a:t>Fish and marine life from charters and freedives at Carolina Beach.</a:t>
            </a:r>
          </a:p>
          <a:p>
            <a:pPr algn="l"/>
            <a:r>
              <a:rPr sz="1300" b="0">
                <a:solidFill>
                  <a:srgbClr val="F4F7FA"/>
                </a:solidFill>
                <a:latin typeface="Segoe UI"/>
              </a:rPr>
              <a:t>Structure and light studies where the hard bottom drops into the ledge.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Franklin Gothic Medium"/>
              </a:rPr>
              <a:t>Print orders, recent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1216"/>
                          </a:solidFill>
                          <a:latin typeface="Segoe UI"/>
                        </a:rPr>
                        <a:t>Order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1216"/>
                          </a:solidFill>
                          <a:latin typeface="Segoe UI"/>
                        </a:rPr>
                        <a:t>Date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1216"/>
                          </a:solidFill>
                          <a:latin typeface="Segoe UI"/>
                        </a:rPr>
                        <a:t>Collection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1216"/>
                          </a:solidFill>
                          <a:latin typeface="Segoe UI"/>
                        </a:rPr>
                        <a:t>Prints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1216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ORD-1042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12/07/2025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Coral and reef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$120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ORD-1051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01/18/2026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Fish and life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$80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ORD-1058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02/02/2026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Structure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4F7FA"/>
                          </a:solidFill>
                          <a:latin typeface="Segoe UI"/>
                        </a:rPr>
                        <a:t>$45</a:t>
                      </a:r>
                    </a:p>
                  </a:txBody>
                  <a:tcPr>
                    <a:solidFill>
                      <a:srgbClr val="1C20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Franklin Gothic Medium"/>
              </a:rPr>
              <a:t>Frames kept by collection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28016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Franklin Gothic Medium"/>
              </a:rPr>
              <a:t>Saving toward a mirrorless setup, $2,500 target</a:t>
            </a:r>
          </a:p>
          <a:p>
            <a:pPr algn="l"/>
            <a:r>
              <a:rPr sz="1400" b="0">
                <a:solidFill>
                  <a:srgbClr val="F2B147"/>
                </a:solidFill>
                <a:latin typeface="Franklin Gothic Medium"/>
              </a:rPr>
              <a:t>About $1,100 in the fund and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B6"/>
                </a:solidFill>
                <a:latin typeface="Segoe UI"/>
              </a:rPr>
              <a:t>Darren Mitchell Cash, darren.cash@Greenridertech.co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cp:contentStatus/>
</cp:coreProperties>
</file>