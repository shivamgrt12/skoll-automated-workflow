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Features</c:v>
                </c:pt>
              </c:strCache>
            </c:strRef>
          </c:tx>
          <c:dPt>
            <c:idx val="0"/>
            <c:spPr>
              <a:solidFill>
                <a:srgbClr val="4F46E5"/>
              </a:solidFill>
            </c:spPr>
          </c:dPt>
          <c:dPt>
            <c:idx val="1"/>
            <c:spPr>
              <a:solidFill>
                <a:srgbClr val="14B8A6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cat>
            <c:strRef>
              <c:f>Sheet1!$A$2:$A$4</c:f>
              <c:strCache>
                <c:ptCount val="3"/>
                <c:pt idx="0">
                  <c:v>Complete</c:v>
                </c:pt>
                <c:pt idx="1">
                  <c:v>In progress</c:v>
                </c:pt>
                <c:pt idx="2">
                  <c:v>Not started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1</c:v>
                </c:pt>
                <c:pt idx="2">
                  <c:v>9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dPt>
            <c:idx val="0"/>
            <c:spPr>
              <a:solidFill>
                <a:srgbClr val="4F46E5"/>
              </a:solidFill>
            </c:spPr>
          </c:dPt>
          <c:dPt>
            <c:idx val="1"/>
            <c:spPr>
              <a:solidFill>
                <a:srgbClr val="14B8A6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8B5CF6"/>
              </a:solidFill>
            </c:spPr>
          </c:dPt>
          <c:dPt>
            <c:idx val="4"/>
            <c:spPr>
              <a:solidFill>
                <a:srgbClr val="10B981"/>
              </a:solidFill>
            </c:spPr>
          </c:dPt>
          <c:dPt>
            <c:idx val="5"/>
            <c:spPr>
              <a:solidFill>
                <a:srgbClr val="94A3B8"/>
              </a:solidFill>
            </c:spPr>
          </c:dPt>
          <c:cat>
            <c:strRef>
              <c:f>Sheet1!$A$2:$A$7</c:f>
              <c:strCache>
                <c:ptCount val="6"/>
                <c:pt idx="0">
                  <c:v>Rent</c:v>
                </c:pt>
                <c:pt idx="1">
                  <c:v>Groceries</c:v>
                </c:pt>
                <c:pt idx="2">
                  <c:v>Dining</c:v>
                </c:pt>
                <c:pt idx="3">
                  <c:v>Utilities</c:v>
                </c:pt>
                <c:pt idx="4">
                  <c:v>Personal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575</c:v>
                </c:pt>
                <c:pt idx="1">
                  <c:v>200</c:v>
                </c:pt>
                <c:pt idx="2">
                  <c:v>88</c:v>
                </c:pt>
                <c:pt idx="3">
                  <c:v>67</c:v>
                </c:pt>
                <c:pt idx="4">
                  <c:v>60</c:v>
                </c:pt>
                <c:pt idx="5">
                  <c:v>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23774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Budget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572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6EE7D7"/>
                </a:solidFill>
                <a:latin typeface="Segoe UI"/>
              </a:rPr>
              <a:t>Alpha Build Review  -  Eric Lambert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CFD8DC"/>
                </a:solidFill>
                <a:latin typeface="Segoe UI"/>
              </a:rPr>
              <a:t>Computer Science, Lakeview University  -  February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EE7D7"/>
                </a:solidFill>
                <a:latin typeface="Segoe UI"/>
              </a:rPr>
              <a:t>WHY BUILD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The problem I was solving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- My spreadsheet worked, until it did not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  - Manual entry every month, easy to skip, easy to fudge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  - No quick answer to where the money actually went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- On tight margins, small mistakes compound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  - Rent, groceries, and a thin cushion leave little slack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- Goal: add up income and spending, show the leftover at a glance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EE7D7"/>
                </a:solidFill>
                <a:latin typeface="Segoe UI"/>
              </a:rPr>
              <a:t>WHERE THE BUILD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Feature status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417320"/>
          <a:ext cx="67665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  <a:latin typeface="Segoe UI"/>
              </a:rPr>
              <a:t>- Core entry and storage done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  - Income, expenses, monthly net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  - Saved between sessions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  <a:latin typeface="Segoe UI"/>
              </a:rPr>
              <a:t>- Summary view in progress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  <a:latin typeface="Segoe UI"/>
              </a:rPr>
              <a:t>- Nine items still in the backlog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EE7D7"/>
                </a:solidFill>
                <a:latin typeface="Segoe UI"/>
              </a:rPr>
              <a:t>A REPRESENTATIVE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Where the money goes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417320"/>
          <a:ext cx="65836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82880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  <a:latin typeface="Segoe UI"/>
              </a:rPr>
              <a:t>- Rent is the immovable one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  <a:latin typeface="Segoe UI"/>
              </a:rPr>
              <a:t>- Groceries stay near plan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  - Cooking four nights helps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  <a:latin typeface="Segoe UI"/>
              </a:rPr>
              <a:t>- Dining is the swing category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  - Where the alerts will live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EE7D7"/>
                </a:solidFill>
                <a:latin typeface="Segoe UI"/>
              </a:rPr>
              <a:t>TECH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How it is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- Python 3.11, standard library only for now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  - No external dependencies, keeps it portable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- Data model is a list of records with date, type, amount, category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- Persistent storage in a single structured file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  - Next: graceful recovery if that file goes missing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- A small web version is the stretch goal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EE7D7"/>
                </a:solidFill>
                <a:latin typeface="Segoe UI"/>
              </a:rPr>
              <a:t>ROADMAP AND KNOWN BUGS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Next on the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- Recurring entries so rent and phone stop needing manual adds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- Category threshold alerts, dining first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- Export so the data opens in any spreadsheet tool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- Fix the percentage math when income has two sources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- Handle a missing data file without crashing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Eric Lambert</cp:lastModifiedBy>
  <cp:revision>1</cp:revision>
  <dcterms:created xsi:type="dcterms:W3CDTF">2026-02-12T10:00:00Z</dcterms:created>
  <dcterms:modified xsi:type="dcterms:W3CDTF">2026-02-12T10:30:00Z</dcterms:modified>
  <cp:category/>
</cp:coreProperties>
</file>