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Semester GPA</c:v>
                </c:pt>
              </c:strCache>
            </c:strRef>
          </c:tx>
          <c:spPr>
            <a:ln w="31750">
              <a:solidFill>
                <a:srgbClr val="0F9D58"/>
              </a:solidFill>
            </a:ln>
          </c:spPr>
          <c:cat>
            <c:strRef>
              <c:f>Sheet1!$A$2:$A$4</c:f>
              <c:strCache>
                <c:ptCount val="3"/>
                <c:pt idx="0">
                  <c:v>Fall 2024</c:v>
                </c:pt>
                <c:pt idx="1">
                  <c:v>Spring 2025</c:v>
                </c:pt>
                <c:pt idx="2">
                  <c:v>Fall 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3.52</c:v>
                </c:pt>
                <c:pt idx="1">
                  <c:v>3.37</c:v>
                </c:pt>
                <c:pt idx="2">
                  <c:v>3.5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.0"/>
          <c:min val="3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Credits</c:v>
                </c:pt>
              </c:strCache>
            </c:strRef>
          </c:tx>
          <c:dPt>
            <c:idx val="0"/>
            <c:spPr>
              <a:solidFill>
                <a:srgbClr val="0F9D58"/>
              </a:solidFill>
            </c:spPr>
          </c:dPt>
          <c:dPt>
            <c:idx val="1"/>
            <c:spPr>
              <a:solidFill>
                <a:srgbClr val="34A853"/>
              </a:solidFill>
            </c:spPr>
          </c:dPt>
          <c:dPt>
            <c:idx val="2"/>
            <c:spPr>
              <a:solidFill>
                <a:srgbClr val="7C9CFF"/>
              </a:solidFill>
            </c:spPr>
          </c:dPt>
          <c:dPt>
            <c:idx val="3"/>
            <c:spPr>
              <a:solidFill>
                <a:srgbClr val="F0B86E"/>
              </a:solidFill>
            </c:spPr>
          </c:dPt>
          <c:cat>
            <c:strRef>
              <c:f>Sheet1!$A$2:$A$5</c:f>
              <c:strCache>
                <c:ptCount val="4"/>
                <c:pt idx="0">
                  <c:v>Fall 2024</c:v>
                </c:pt>
                <c:pt idx="1">
                  <c:v>Spring 2025</c:v>
                </c:pt>
                <c:pt idx="2">
                  <c:v>Fall 2025</c:v>
                </c:pt>
                <c:pt idx="3">
                  <c:v>Spring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16</c:v>
                </c:pt>
                <c:pt idx="2">
                  <c:v>12</c:v>
                </c:pt>
                <c:pt idx="3">
                  <c:v>12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9D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23774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Sophomore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572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D9F9E5"/>
                </a:solidFill>
                <a:latin typeface="Segoe UI"/>
              </a:rPr>
              <a:t>A check-in  -  Eric Lambert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CFD8DC"/>
                </a:solidFill>
                <a:latin typeface="Segoe UI"/>
              </a:rPr>
              <a:t>Computer Science, Lakeview University  -  Class of 2028</a:t>
            </a:r>
          </a:p>
        </p:txBody>
      </p:sp>
    </p:spTree>
  </p:cSld>
  <p:clrMapOvr>
    <a:masterClrMapping/>
  </p:clrMapOvr>
  <p:transition spd="med">
    <p:cover dir="d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F9E5"/>
                </a:solidFill>
                <a:latin typeface="Segoe UI"/>
              </a:rPr>
              <a:t>HOLDING STEADY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GPA by semester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41732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173736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9D58"/>
                </a:solidFill>
                <a:latin typeface="Segoe UI"/>
              </a:rPr>
              <a:t>- Cumulative sits at 3.48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42920"/>
                </a:solidFill>
                <a:latin typeface="Segoe UI"/>
              </a:rPr>
              <a:t>  - Reported as 3.5 rounded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9D58"/>
                </a:solidFill>
                <a:latin typeface="Segoe UI"/>
              </a:rPr>
              <a:t>- The dip was a heavy math term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9D58"/>
                </a:solidFill>
                <a:latin typeface="Segoe UI"/>
              </a:rPr>
              <a:t>- Back up after adjusting my load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F9E5"/>
                </a:solidFill>
                <a:latin typeface="Segoe UI"/>
              </a:rPr>
              <a:t>FORTY FOUR AND 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Credits completed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41732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173736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9D58"/>
                </a:solidFill>
                <a:latin typeface="Segoe UI"/>
              </a:rPr>
              <a:t>- Spring 2026 is in progress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42920"/>
                </a:solidFill>
                <a:latin typeface="Segoe UI"/>
              </a:rPr>
              <a:t>  - Twelve credits registered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9D58"/>
                </a:solidFill>
                <a:latin typeface="Segoe UI"/>
              </a:rPr>
              <a:t>- Eighty four credits to go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42920"/>
                </a:solidFill>
                <a:latin typeface="Segoe UI"/>
              </a:rPr>
              <a:t>  - On track for a 2028 finish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F9E5"/>
                </a:solidFill>
                <a:latin typeface="Segoe UI"/>
              </a:rPr>
              <a:t>TURNING A SETBACK INTO A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The retake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9D58"/>
                </a:solidFill>
                <a:latin typeface="Segoe UI"/>
              </a:rPr>
              <a:t>- Withdrew from Data Structures last fall with medical documentation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42920"/>
                </a:solidFill>
                <a:latin typeface="Segoe UI"/>
              </a:rPr>
              <a:t>  - No GPA impact under university policy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9D58"/>
                </a:solidFill>
                <a:latin typeface="Segoe UI"/>
              </a:rPr>
              <a:t>- Retaking it now alongside Discrete Math, on stronger footing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9D58"/>
                </a:solidFill>
                <a:latin typeface="Segoe UI"/>
              </a:rPr>
              <a:t>- Added Intro to Systems early on my advisor's advice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42920"/>
                </a:solidFill>
                <a:latin typeface="Segoe UI"/>
              </a:rPr>
              <a:t>  - Hard, but the most interesting course so far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9D58"/>
                </a:solidFill>
                <a:latin typeface="Segoe UI"/>
              </a:rPr>
              <a:t>- Sociology rounds out the term for the gen-ed requirement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F9E5"/>
                </a:solidFill>
                <a:latin typeface="Segoe UI"/>
              </a:rPr>
              <a:t>GOALS THROUGH NEXT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What I am aiming 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9D58"/>
                </a:solidFill>
                <a:latin typeface="Segoe UI"/>
              </a:rPr>
              <a:t>- Keep the cumulative GPA above 3.5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9D58"/>
                </a:solidFill>
                <a:latin typeface="Segoe UI"/>
              </a:rPr>
              <a:t>- Land a summer research or internship spot for 2027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9D58"/>
                </a:solidFill>
                <a:latin typeface="Segoe UI"/>
              </a:rPr>
              <a:t>- Ship a usable web version of the budget tracker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9D58"/>
                </a:solidFill>
                <a:latin typeface="Segoe UI"/>
              </a:rPr>
              <a:t>- Keep tutoring, it makes me better at the material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9D58"/>
                </a:solidFill>
                <a:latin typeface="Segoe UI"/>
              </a:rPr>
              <a:t>- Help my brother through his own college applications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Eric Lambert</cp:lastModifiedBy>
  <cp:revision>1</cp:revision>
  <dcterms:created xsi:type="dcterms:W3CDTF">2026-02-15T10:00:00Z</dcterms:created>
  <dcterms:modified xsi:type="dcterms:W3CDTF">2026-02-15T10:30:00Z</dcterms:modified>
  <cp:category/>
</cp:coreProperties>
</file>