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Placement (lower = better)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2023 Regionals</c:v>
                </c:pt>
                <c:pt idx="1">
                  <c:v>2024 Regionals</c:v>
                </c:pt>
                <c:pt idx="2">
                  <c:v>2025 Regionals</c:v>
                </c:pt>
                <c:pt idx="3">
                  <c:v>Goal: 2027 State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Fiddle (3)</c:v>
                </c:pt>
                <c:pt idx="1">
                  <c:v>Banjo (2)</c:v>
                </c:pt>
                <c:pt idx="2">
                  <c:v>Guitar (2)</c:v>
                </c:pt>
                <c:pt idx="3">
                  <c:v>Mandolin (1)</c:v>
                </c:pt>
                <c:pt idx="4">
                  <c:v>Upright Bass (1)</c:v>
                </c:pt>
                <c:pt idx="5">
                  <c:v>Vocals (5)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5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4C"/>
                </a:solidFill>
                <a:latin typeface="Calibri Light"/>
              </a:rPr>
              <a:t>THE RIDGEWOOD RAMBLERS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State Fiddle Championship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4C3E6"/>
                </a:solidFill>
                <a:latin typeface="Calibri"/>
              </a:rPr>
              <a:t>Lakemont College Performing Arts Center  ·  May 8,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566160"/>
            <a:ext cx="3959352" cy="54864"/>
          </a:xfrm>
          <a:prstGeom prst="rect">
            <a:avLst/>
          </a:prstGeom>
          <a:solidFill>
            <a:srgbClr val="E99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CA0D2"/>
                </a:solidFill>
                <a:latin typeface="Calibri"/>
              </a:rPr>
              <a:t>Ridgewood High School  ·  Columbus, Ohio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891C8"/>
                </a:solidFill>
                <a:latin typeface="Calibri"/>
              </a:rPr>
              <a:t>Directed by Mr. David Crawford  ·  Student Director: Gerald T. Ellison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296C8"/>
                </a:solidFill>
                <a:latin typeface="Calibri"/>
              </a:rPr>
              <a:t>2026–2027 Season  ·  Championship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CC8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  <p:transition spd="slow">
    <p:dissolv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ABOUT THE RIDGEWOOD RAMBLERS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A fourteen-member bluegrass ensemble rooted in the Appalachian tradition,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The Ridgewood Ramblers have performed across Columbus, Ohio, representing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Ridgewood High School at farmers markets, festivals, church programs, and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championship competitions since our founding.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Under the direction of Mr. David Crawford and guided by student director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Gerald T. Ellison, the ensemble has grown from a small gathering of pickers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into one of Ohio's most competitive high school bluegrass programs.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We carry the old songs forward — because the music is worth carrying.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280160"/>
            <a:ext cx="2103120" cy="137160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4630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84C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C8F0"/>
                </a:solidFill>
                <a:latin typeface="Calibri"/>
              </a:rPr>
              <a:t>Members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1280160"/>
            <a:ext cx="2103120" cy="137160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4630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84C"/>
                </a:solidFill>
                <a:latin typeface="Calibri"/>
              </a:rPr>
              <a:t>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C8F0"/>
                </a:solidFill>
                <a:latin typeface="Calibri"/>
              </a:rPr>
              <a:t>Years 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017520"/>
            <a:ext cx="2103120" cy="137160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84C"/>
                </a:solidFill>
                <a:latin typeface="Calibri"/>
              </a:rPr>
              <a:t>2nd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C8F0"/>
                </a:solidFill>
                <a:latin typeface="Calibri"/>
              </a:rPr>
              <a:t>Regionals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017520"/>
            <a:ext cx="2103120" cy="137160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84C"/>
                </a:solidFill>
                <a:latin typeface="Calibri"/>
              </a:rPr>
              <a:t>12+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C8F0"/>
                </a:solidFill>
                <a:latin typeface="Calibri"/>
              </a:rPr>
              <a:t>Annual Gigs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754879"/>
            <a:ext cx="2103120" cy="137160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93775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84C"/>
                </a:solidFill>
                <a:latin typeface="Calibri"/>
              </a:rPr>
              <a:t>312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577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C8F0"/>
                </a:solidFill>
                <a:latin typeface="Calibri"/>
              </a:rPr>
              <a:t>Rehearsal Hrs/Yr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4754879"/>
            <a:ext cx="2103120" cy="137160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493775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84C"/>
                </a:solidFill>
                <a:latin typeface="Calibri"/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577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C8F0"/>
                </a:solidFill>
                <a:latin typeface="Calibri"/>
              </a:rPr>
              <a:t>Total Performances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CC8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  <p:transition spd="slow">
    <p:dissolv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COMPETITION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18872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C8E6"/>
                </a:solidFill>
                <a:latin typeface="Calibri"/>
              </a:rPr>
              <a:t>Placement by Season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463040"/>
            <a:ext cx="3200400" cy="1005840"/>
          </a:xfrm>
          <a:prstGeom prst="rect">
            <a:avLst/>
          </a:prstGeom>
          <a:solidFill>
            <a:srgbClr val="2C416E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508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5th — First competition entry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2651760"/>
            <a:ext cx="3200400" cy="1005840"/>
          </a:xfrm>
          <a:prstGeom prst="rect">
            <a:avLst/>
          </a:prstGeom>
          <a:solidFill>
            <a:srgbClr val="2C416E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697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4th — Improved by one 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3840480"/>
            <a:ext cx="3200400" cy="1005840"/>
          </a:xfrm>
          <a:prstGeom prst="rect">
            <a:avLst/>
          </a:prstGeom>
          <a:solidFill>
            <a:srgbClr val="2C416E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886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2nd — Best finish in program history 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5029200"/>
            <a:ext cx="3200400" cy="100584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5074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486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Goal: 1st — State Championship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CC8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  <p:transition spd="slow">
    <p:dissolv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2027 CHAMPIONSHIP SETLIST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Track Title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Style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Lead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Harlan County Homecoming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Original (Ellison)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Gerald / Full ensemble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3:42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Opening piece — home theme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82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Apple Blossom</a:t>
                      </a:r>
                    </a:p>
                  </a:txBody>
                  <a:tcPr>
                    <a:solidFill>
                      <a:srgbClr val="182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Traditional</a:t>
                      </a:r>
                    </a:p>
                  </a:txBody>
                  <a:tcPr>
                    <a:solidFill>
                      <a:srgbClr val="182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Sarah H. / Gerald</a:t>
                      </a:r>
                    </a:p>
                  </a:txBody>
                  <a:tcPr>
                    <a:solidFill>
                      <a:srgbClr val="182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3:27</a:t>
                      </a:r>
                    </a:p>
                  </a:txBody>
                  <a:tcPr>
                    <a:solidFill>
                      <a:srgbClr val="182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Crowd pleaser — strong at regionals</a:t>
                      </a:r>
                    </a:p>
                  </a:txBody>
                  <a:tcPr>
                    <a:solidFill>
                      <a:srgbClr val="18264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Old Crow Waltz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Traditional (arr. Crawford)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Full ensemble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4:15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Complex arrangement — show harmony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82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Columbus Reel No. 2</a:t>
                      </a:r>
                    </a:p>
                  </a:txBody>
                  <a:tcPr>
                    <a:solidFill>
                      <a:srgbClr val="182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Original (Ramblers)</a:t>
                      </a:r>
                    </a:p>
                  </a:txBody>
                  <a:tcPr>
                    <a:solidFill>
                      <a:srgbClr val="182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Gerald solo + ensemble</a:t>
                      </a:r>
                    </a:p>
                  </a:txBody>
                  <a:tcPr>
                    <a:solidFill>
                      <a:srgbClr val="182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2:58</a:t>
                      </a:r>
                    </a:p>
                  </a:txBody>
                  <a:tcPr>
                    <a:solidFill>
                      <a:srgbClr val="182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High energy — technique showcase</a:t>
                      </a:r>
                    </a:p>
                  </a:txBody>
                  <a:tcPr>
                    <a:solidFill>
                      <a:srgbClr val="18264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Grandpa Walter's Tune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Original (Ellison)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Gerald fiddle solo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5:01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Emotional close — personal heritage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CC8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  <p:transition spd="slow">
    <p:dissolv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ENSEMBLE ROSTER — 14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5356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Gerald T. Ellison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Student Director / First Fiddle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Fiddle + Mandolin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Competition lead, scholarship applicant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Sarah Henderson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Section Lead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Banjo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Ironwood College nursing — knows all Ramblers logistics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Jake Thompson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Crew Energy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Upright Bass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Class clown, keeps morale high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Marcus Webb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Second Fiddle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Fiddle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Junior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Strong on harmony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Lily Park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Third Fiddle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Fiddle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Sophomore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Rising talent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Cole Danforth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Second Banjo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Banjo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Junior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Bluegrass theory deep diver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Rachel Simms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Strings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Mandolin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Original member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Darius Cole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Rhythm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Guitar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Junior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Solid backbeat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Anna Liu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Lead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Guitar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Sophomore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Fastest finger picker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Tess Whitmore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Lead Vocal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Soprano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Voice of the ensemble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Priya Nair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Vocal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Junior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Strong harmony support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Ben Okafor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Vocal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Tenor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Deep roots in gospel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Henry Graves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Vocal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Bass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Junior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Anchors the vocal stack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Mr. David Crawford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Director / Advisor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Bluegrass director, mentor, audition coach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CC8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  <p:transition spd="slow">
    <p:dissolv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ENSEMBLE INSTRUMENT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6400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0" y="1371600"/>
            <a:ext cx="4389120" cy="68580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417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🎻 Fiddle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 players · First, second, third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40280"/>
            <a:ext cx="4389120" cy="68580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🪕 Banjo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 players · Both experienced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108960"/>
            <a:ext cx="4389120" cy="68580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154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🎸 Guitar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 players · Rhythm + Lead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977639"/>
            <a:ext cx="4389120" cy="68580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40233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🎼 Mandolin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 player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4846320"/>
            <a:ext cx="4389120" cy="68580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892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🎵 Upright Bass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 player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5715000"/>
            <a:ext cx="4389120" cy="685800"/>
          </a:xfrm>
          <a:prstGeom prst="rect">
            <a:avLst/>
          </a:prstGeom>
          <a:solidFill>
            <a:srgbClr val="2C416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5760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🎤 Vocals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852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5 singers · SATB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CC8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  <p:transition spd="slow">
    <p:dissolv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2026–2027 PERFORMANCE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892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Oct 26, 2026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Maple Grove Farmers Market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Maple Grove, Columbus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Community Gig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Dec 6, 2026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Christmas Program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First Methodist Columbus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Church Performance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Dec 20, 2026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Holiday Private Gig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Columbus, OH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Private Booking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Feb 14, 2027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Sweetheart Dance Fiddle Set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Castellano Family Venue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Private Booking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Mar 21, 2027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Spring Social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Westside Senior Center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Community Gig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Scheduled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Apr 17, 2027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Appalachian Strings Festival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Downtown Columbus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Festival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Scheduled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Apr 18, 2027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Columbus Arts Festival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Columbus Rec &amp; Parks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Festival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Scheduled</a:t>
                      </a:r>
                    </a:p>
                  </a:txBody>
                  <a:tcPr>
                    <a:solidFill>
                      <a:srgbClr val="1E2D5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May 8, 2027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★ STATE FIDDLE CHAMPIONSHIP ★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Lakemont PAC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Championship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GOAL EVENT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CC8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  <p:transition spd="slow">
    <p:dissolv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Calibri"/>
              </a:rPr>
              <a:t>OUR GOALS FOR THE 2027 STATE CHAMPIONSHIP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Performance Goals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Achieve 1st place at Ohio State Fiddle Championship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Deliver 'Grandpa Walter's Tune' as a flawless solo piece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Showcase tight four-part vocal harmony on 'Old Crow Waltz'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Open with 'Harlan County Homecoming' to set the room's tone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Zero tuning errors across all five pieces in competition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Preparation Goals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Saturday ensemble rehearsals through May 7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Daily solo fiddle practice — minimum 30 min per session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Monthly Mr. Crawford session for audition polish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Recording review sessions for self-critique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Confirming Camry transport and equipment load-out by May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48" y="1188720"/>
            <a:ext cx="45720" cy="5029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CC8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  <p:transition spd="slow">
    <p:dissolv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194560"/>
            <a:ext cx="39593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Calibri Light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The Ridgewood Ramblers · Ridgewood High School · Columbus, Ohio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C8F0"/>
                </a:solidFill>
                <a:latin typeface="Calibri"/>
              </a:rPr>
              <a:t>State Fiddle Championship — May 8,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0B4E1"/>
                </a:solidFill>
                <a:latin typeface="Calibri"/>
              </a:rPr>
              <a:t>"We carry the old songs forward — because the music is worth carrying."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29BD2"/>
                </a:solidFill>
                <a:latin typeface="Calibri"/>
              </a:rPr>
              <a:t>Director: Mr. David Crawford  ·  Student Director: Gerald T. Ellison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8CC8"/>
                </a:solidFill>
                <a:latin typeface="Calibri"/>
              </a:rPr>
              <a:t>gerald.t.ellison@gmail.com  ·  @gerald.ramblers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CC8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  <p:transition spd="slow">
    <p:dissolv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