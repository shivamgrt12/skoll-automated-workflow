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Grade Points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 Eng</c:v>
                </c:pt>
                <c:pt idx="1">
                  <c:v>AP Calc</c:v>
                </c:pt>
                <c:pt idx="2">
                  <c:v>Physics</c:v>
                </c:pt>
                <c:pt idx="3">
                  <c:v>US Gov</c:v>
                </c:pt>
                <c:pt idx="4">
                  <c:v>Ensemble</c:v>
                </c:pt>
                <c:pt idx="5">
                  <c:v>Writing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</c:v>
                </c:pt>
                <c:pt idx="1">
                  <c:v>3.3</c:v>
                </c:pt>
                <c:pt idx="2">
                  <c:v>3.3</c:v>
                </c:pt>
                <c:pt idx="3">
                  <c:v>3.7</c:v>
                </c:pt>
                <c:pt idx="4">
                  <c:v>4.0</c:v>
                </c:pt>
                <c:pt idx="5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9167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 Light"/>
              </a:rPr>
              <a:t>HERITAGE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B49B3C"/>
                </a:solidFill>
                <a:latin typeface="Calibri"/>
              </a:rPr>
              <a:t>Scholarship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697480"/>
            <a:ext cx="395935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Applicant: Gerald Thomas Ellison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EBD7"/>
                </a:solidFill>
                <a:latin typeface="Calibri"/>
              </a:rPr>
              <a:t>Ridgewood High School, Columbus, Ohio  ·  Class of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9E1C8"/>
                </a:solidFill>
                <a:latin typeface="Calibri"/>
              </a:rPr>
              <a:t>GPA: 3.78 / 4.0  ·  Class Rank: Top 10%  ·  SAT: 1280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D7BE"/>
                </a:solidFill>
                <a:latin typeface="Calibri"/>
              </a:rPr>
              <a:t>Focus: Heritage, Community Leadership, Appalachian Musical Tradition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6C8AA"/>
                </a:solidFill>
                <a:latin typeface="Calibri"/>
              </a:rPr>
              <a:t>Submitted June 2027  ·  Deadline: June 14,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  <p:transition spd="slow">
    <p:dissolv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APPLICANT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23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49B3C"/>
                </a:solidFill>
                <a:latin typeface="Calibri"/>
              </a:rPr>
              <a:t>Personal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Name: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Gerald Thomas Ellison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Date of Birth: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November 12, 2008 (age 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Location: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West Side, Columbus, Ohio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School: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Ridgewood High School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Graduation: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May 29,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GPA: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754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3.78 / 4.0 (Top 10%)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SAT: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349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1280 (October 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Class Rank: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28 out of 320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23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49B3C"/>
                </a:solidFill>
                <a:latin typeface="Calibri"/>
              </a:rPr>
              <a:t>Family &amp; Community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783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Family: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Oldest of 4 children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Parents: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Bob Ellison (construction foreman),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971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971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Karen Ellison (bakehouse manager)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Family Income: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566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~$80,000/year for 6 people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College Plans: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Pending — engineering or music perf.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54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Activities: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7548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Student Director, Ridgewood Ramblers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349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Work: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349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Saturday shifts, Mitchell's Bakehouse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Heritage: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943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Appalachian/Ohio, Harlan County, KY roots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ACADEMIC ACHIEVEMENT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6858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Course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Teacher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Grade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AP Exam Date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 English Literature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Mrs. Patricia Nelson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 Course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April 29, 2027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 Calculus AB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Mrs. Patel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B+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 Course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May 3, 2027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Physics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B+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Core Req.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US Government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A-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Core Req.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Bluegrass Ensemble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Mr. David Crawford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Elective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Creative Writing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Elective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79" y="1188720"/>
          <a:ext cx="43891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49B3C"/>
                </a:solidFill>
                <a:latin typeface="Calibri"/>
              </a:rPr>
              <a:t>Cumulative GPA: 3.78 · SAT: 1280 · Class Rank: 28/320 (Top 10%)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MUSIC LEADERSHIP &amp; COMMUNITY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Ridgewood Ramblers — Student Director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Lead 14-member bluegrass ensemble as first fiddle and director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Own rehearsal logistics, set lists, and festival travel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Coach fiddle section; manage Saturday competition rehearsals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Coordinate 8+ annual public performances across Columbus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Personal Music History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10 years of fiddle instruction, beginning at age 7 in Harlan County, KY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5 years of mandolin — confident second instrument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6 original compositions performed or in development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Regionals 2025: 2nd place — best finish in program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Community Performances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Maple Grove Farmers Market — community outreach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First Methodist Christmas Program — faith community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Westside Senior Center Spring Social — elder outreach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Columbus Arts Festival — public arts engagement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Family &amp; Cultural Heritage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Appalachian bluegrass tradition passed down from Grandpa Walter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Carries Kentucky roots into Columbus community spaces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Works Saturday shifts at Mitchell's Bakehouse to support family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→  Handles Emma's daycare pickup (age 3) every Tue and Thu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8" y="1188720"/>
            <a:ext cx="45720" cy="5029200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COMMUNITY SERVICE &amp; CONTRIBUTIONS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Organization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Hours/Year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B49B3C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>
                    <a:solidFill>
                      <a:srgbClr val="0F3C28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Ramblers public performances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Student Director/Lead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Ridgewood High / Columbus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120+ hrs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8+ community events annually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Mitchell's Bakehouse Saturday shifts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Counter &amp; back-of-house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Family business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50+ hrs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Supports family income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Emma's daycare pickup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Primary caregiver (Tue/Thu)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Ellison family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80+ hrs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Allows Karen to close bakehouse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First Methodist worship music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Ensemble performer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First Methodist Columbus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30+ hrs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Annual Christmas &amp; seasonal programs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Ohio Bluegrass Heritage outreach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First fiddle featured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Appalachian Strings Festival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20+ hrs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Cultural preservation</a:t>
                      </a:r>
                    </a:p>
                  </a:txBody>
                  <a:tcPr>
                    <a:solidFill>
                      <a:srgbClr val="195032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Senior Center performances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Performer &amp; organizer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Westside Senior Center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10+ hrs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FFFFF"/>
                          </a:solidFill>
                          <a:latin typeface="Calibri"/>
                        </a:rPr>
                        <a:t>Elder community engagement</a:t>
                      </a:r>
                    </a:p>
                  </a:txBody>
                  <a:tcPr>
                    <a:solidFill>
                      <a:srgbClr val="14442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  <p:transition spd="slow">
    <p:dissolv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FINANCIAL NEED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solidFill>
            <a:srgbClr val="23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49B3C"/>
                </a:solidFill>
                <a:latin typeface="Calibri"/>
              </a:rPr>
              <a:t>Household Financial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Annual family income: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~$80,000 combined (6 people)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1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Monthly mortgage: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414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9815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Monthly car payments: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9981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~$400 (Camry + Silverado)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5818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Gerald's savings (Heartland CU):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5818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~$1,400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165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Family college fund: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16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~$3,000 (earmarked for Year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Weekly bakehouse income: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74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$50–$80 (Gerald's Saturday shifts)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332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49B3C"/>
                </a:solidFill>
                <a:latin typeface="Calibri"/>
              </a:rPr>
              <a:t>Pell Grant eligible: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733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Yes — FAFSA filed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5486400" cy="5212080"/>
          </a:xfrm>
          <a:prstGeom prst="rect">
            <a:avLst/>
          </a:prstGeom>
          <a:solidFill>
            <a:srgbClr val="235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49B3C"/>
                </a:solidFill>
                <a:latin typeface="Calibri"/>
              </a:rPr>
              <a:t>Why This Scholarship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7830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Gerald is the first in his family to pursue higher education at a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music performance program. His path is non-traditional — his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parents support engineering at Cedarbrook, while Gerald is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pursuing a music performance path at Lakemont.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The Heritage Foundation Scholarship would directly enable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Gerald to pursue his actual calling rather than a compromise.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It would reduce financial pressure on a working-class household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of six and allow him to commit to the Lakemont path with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confidence rather than financial anxiety.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He earns what he can. His family gives what they have. The gap</a:t>
            </a:r>
          </a:p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is real, and this scholarship is the bridge.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CAREER &amp; EDUCATIONAL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Short-Term Goal (2027–2031)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Complete a B.M. in Music Performance at Lakemont College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Study fiddle and mandolin under expert faculty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Develop original compositions beyond the notes app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Perform at least one public original work per semester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Long-Term Vision (2031 and beyond)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Professional bluegrass and Americana performer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Music director and educator in the Appalachian tradition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Preserve and expand the bluegrass heritage Grandpa Walter started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Return to Columbus and contribute to the Ohio bluegrass community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Why Heritage Foundation Aligns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Bluegrass as cultural heritage preservation is exactly the mission</a:t>
            </a:r>
          </a:p>
          <a:p>
            <a:pPr algn="l"/>
            <a:r>
              <a:rPr sz="1400">
                <a:solidFill>
                  <a:srgbClr val="FFFFFF"/>
                </a:solidFill>
                <a:latin typeface="Calibri"/>
              </a:rPr>
              <a:t>→  Gerald's work with the Ramblers is already living that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  <p:transition spd="slow">
    <p:dissolv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3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194560"/>
            <a:ext cx="3959352" cy="54864"/>
          </a:xfrm>
          <a:prstGeom prst="rect">
            <a:avLst/>
          </a:prstGeom>
          <a:solidFill>
            <a:srgbClr val="B4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9B3C"/>
                </a:solidFill>
                <a:latin typeface="Calibri"/>
              </a:rPr>
              <a:t>Gerald Thomas Ellison · Heritage Foundation Scholarship Applicant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5FAF3"/>
                </a:solidFill>
                <a:latin typeface="Calibri"/>
              </a:rPr>
              <a:t>"I carry what my grandfather started. Music is the inheritance I refuse to let go."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EBD7"/>
                </a:solidFill>
                <a:latin typeface="Calibri"/>
              </a:rPr>
              <a:t>gerald.t.ellison@gmail.com  ·  Columbus, Ohio  ·  (614) 555-XXXX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DCC3"/>
                </a:solidFill>
                <a:latin typeface="Calibri"/>
              </a:rPr>
              <a:t>References: Mr. David Crawford · crawford.strings@gmail.com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DCC3"/>
                </a:solidFill>
                <a:latin typeface="Calibri"/>
              </a:rPr>
              <a:t>Mrs. Patricia Nelson · AP English Lit, Ridgewood High · nelson.aplit@gmail.com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CBE9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