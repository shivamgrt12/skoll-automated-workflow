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CF7EC"/>
                </a:solidFill>
                <a:latin typeface="Georgia"/>
              </a:rPr>
              <a:t>American Identity at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C88C2D"/>
                </a:solidFill>
                <a:latin typeface="Calibri"/>
              </a:rPr>
              <a:t>Survival, Land, and Inheritance in Cormac McCarthy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017520"/>
            <a:ext cx="2679192" cy="54864"/>
          </a:xfrm>
          <a:prstGeom prst="rect">
            <a:avLst/>
          </a:prstGeom>
          <a:solidFill>
            <a:srgbClr val="A04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CF7EC"/>
                </a:solidFill>
                <a:latin typeface="Calibri"/>
              </a:rPr>
              <a:t>AP English Literature &amp; 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1D2B4"/>
                </a:solidFill>
                <a:latin typeface="Calibri"/>
              </a:rPr>
              <a:t>Gerald T. Ellison  ·  Mrs. Patricia Nelson  ·  Ridgewood High School,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3AF8C"/>
                </a:solidFill>
                <a:latin typeface="Calibri"/>
              </a:rPr>
              <a:t>"East of Eden changed how I see family. McCarthy changed how I see the land."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8764"/>
                </a:solidFill>
                <a:latin typeface="Calibri"/>
              </a:rPr>
              <a:t>AP English Literature  ·  Spring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8C2D"/>
                </a:solidFill>
                <a:latin typeface="Calibri"/>
              </a:rPr>
              <a:t>INTRODUCTION &amp;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Cormac McCarthy writes about the American experience with a brutality that refuses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sentimentality. His novels — Blood Meridian, The Road, No Country for Old Men —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do not offer comfort. They offer truth.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In exploring McCarthy's work, I found a mirror for something I already knew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before I knew how to name it: the way land shapes people, the way inheritance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travels through generations whether we want it or not, and the cost of losing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the thread that connects us to where we come from.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FCF7EC"/>
                </a:solidFill>
                <a:latin typeface="Calibri"/>
              </a:rPr>
              <a:t>THESIS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McCarthy's novels construct an American identity rooted in the confrontation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between individuals and the violence of their landscape — physical, historical,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and familial — revealing that survival itself is a form of moral statement.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His work resonates with Appalachian tradition not as coincidence, but as</a:t>
            </a:r>
          </a:p>
          <a:p>
            <a:pPr algn="l"/>
            <a:r>
              <a:rPr sz="1400">
                <a:solidFill>
                  <a:srgbClr val="FCF7EC"/>
                </a:solidFill>
                <a:latin typeface="Calibri"/>
              </a:rPr>
              <a:t>shared inheritance: the same American ground, the same unresolved reckoning.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88C2D"/>
                </a:solidFill>
                <a:latin typeface="Calibri"/>
              </a:rPr>
              <a:t>CORMAC McCARTHY: AUTHOR &amp; TRADITION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Core Theme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American Identity Element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Blood Meridian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1985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Texas–Mexico Border, 1850s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Violence as historical force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Manifest Destiny as moral bankruptcy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No Country for Old Men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West Texas, 1980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Good, evil, and entropy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Loss of moral certainty in modern America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Road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2006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Post-apocalyptic USA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Survival and fatherhood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What we carry when everything else burns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All the Pretty Horses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1992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Texas and Mexico, 1950s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Youth, land, and loss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Dying frontier identity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Outer Dark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1968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Appalachian South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Isolation and transgression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Rural American shadow self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Child of God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1973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East Tennessee, 1960s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Alienation and violence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Extreme margins of American belonging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8C2D"/>
                </a:solidFill>
                <a:latin typeface="Calibri"/>
              </a:rPr>
              <a:t>THE ROAD (2006):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Key Argument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In The Road, McCarthy strips American identity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down to its irreducible core: the parent who refuses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to let the child die in a world that has already ended.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The 'good guys carrying the fire' is not metaphor —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it is McCarthy's answer to what Americans actually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believe when they believe anything at all.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Appalachian Parallel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The Road mirrors what I understand about holding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something across generations when the world gives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no reason to. Grandpa Walter taught me fiddle.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He didn't know if I would carry it. He taught me anyway.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Key Quotes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"You have to carry the fire."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— Father to son, setting the novel's central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moral imperative: survival as moral act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"Is it okay to be the good guys?"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"Yes it's okay to be the good guys."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— The child's question reveals McCarthy's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American theology: goodness must be chosen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against entropy, not inherited by default.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Themes: Paternal inheritance · Post-collapse identity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Moral persistence · American myth stripped bare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8" y="1188720"/>
            <a:ext cx="45720" cy="5029200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8C2D"/>
                </a:solidFill>
                <a:latin typeface="Calibri"/>
              </a:rPr>
              <a:t>BLOOD MERIDIAN (1985):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Core Argument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Blood Meridian refuses the romance of American westward expansion. The Judge is not a villain —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he is the logical conclusion of a philosophy that privileges violence as the engine of civilization.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 does not argue this is wrong. He argues this is what happened.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The Kid — our protagonist — is the American self trying to resist that logic from inside it.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He fails. McCarthy does not rescue him. That is the point.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Thematic Analysis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→  Violence as American historical reality (not exception)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→  Manifest Destiny as moral philosophy without moral foundation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→  The individual conscience against the tide of collective atrocity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→  Land as participant — the desert is not backdrop, it is argument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Connection to McCarthy's Appalachian Roots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 grew up in Tennessee. Blood Meridian goes west, but the same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tension between individual will and historical violence runs through his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Appalachian novels. The setting changes; the reckoning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C88C2D"/>
                </a:solidFill>
                <a:latin typeface="Calibri"/>
              </a:rPr>
              <a:t>APPALACHIAN PARALLELS: PERSONAL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CF7EC"/>
                </a:solidFill>
                <a:latin typeface="Calibri"/>
              </a:rPr>
              <a:t>Why this connection is not coincidence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McCarthy's earliest work — The Outer Dark, Child of God, Outer Dark — is set in Appalachia.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The same tensions that run through Blood Meridian run through those novels: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isolation, inheritance, violence, and the stubborn refusal to let the thread break.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Reading McCarthy at seventeen, raised in a family with roots in Harlan County, Kentucky,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I recognized something that I could not name as a child but can name now: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the weight of a place on the people who come from it.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Bluegrass music is that weight in musical form. You play the old songs not because they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are nostalgic but because they are true. McCarthy writes the same way.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He does not romanticize. He witnesses.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50" b="1">
                <a:solidFill>
                  <a:srgbClr val="FCF7EC"/>
                </a:solidFill>
                <a:latin typeface="Calibri"/>
              </a:rPr>
              <a:t>Personal Connection (from Creative Writing journal)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"When Grandpa Walter handed me the fiddle, he was handing me the argument he could not</a:t>
            </a:r>
          </a:p>
          <a:p>
            <a:pPr algn="l"/>
            <a:r>
              <a:rPr sz="1350">
                <a:solidFill>
                  <a:srgbClr val="FCF7EC"/>
                </a:solidFill>
                <a:latin typeface="Calibri"/>
              </a:rPr>
              <a:t>make in words. McCarthy makes it in words. I make it in music. We are in the same project."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C88C2D"/>
                </a:solidFill>
                <a:latin typeface="Calibri"/>
              </a:rPr>
              <a:t>THEMATIC ANALYSIS: AMERICAN IDENTITY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Blood Meridian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The Road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Appalachian Parallel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88C2D"/>
                          </a:solidFill>
                          <a:latin typeface="Calibri"/>
                        </a:rPr>
                        <a:t>McCarthy's Argument</a:t>
                      </a:r>
                    </a:p>
                  </a:txBody>
                  <a:tcPr>
                    <a:solidFill>
                      <a:srgbClr val="321C0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Violence &amp; inheritance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Historical violence as bedrock of America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Violence as constant threat to be resisted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Harlan County: mining, poverty, survival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Identity is forged in what you endure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Father / son transmission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Judge adopts and destroys the Kid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Father carries fire; transmits it to son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Grandpa Walter hands the fiddle down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Inheritance is both gift and burden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Land as moral force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desert actively participates in violence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ash road is grief made physical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Kentucky mountains as ancestral home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Place shapes people more than policy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Survival as statement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Kid's resistance defines him morally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boy carries the fire forward — America survives in him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Appalachian culture outlasts every obituary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To persist is to make an argument</a:t>
                      </a:r>
                    </a:p>
                  </a:txBody>
                  <a:tcPr>
                    <a:solidFill>
                      <a:srgbClr val="3C210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American myth vs. reality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Frontier myth exposed as moral catastrophe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The American dream is only the fire you carry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Bluegrass: the real sound under the surface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CF7EC"/>
                          </a:solidFill>
                          <a:latin typeface="Calibri"/>
                        </a:rPr>
                        <a:t>Strip the romance; what remains is the truth</a:t>
                      </a:r>
                    </a:p>
                  </a:txBody>
                  <a:tcPr>
                    <a:solidFill>
                      <a:srgbClr val="4628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8C2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McCarthy's contribution to the literature of American identity is not comfort.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He does not tell us who we should be. He shows us who we have been,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and he refuses to look away from the cost.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What makes McCarthy powerful — and personal — is that his characters survive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anyway. The father in The Road does not give his son a reason to live.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He gives him fire. The action precedes the explanation.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Appalachian culture works the same way. You play the fiddle. You make the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brisket. You make the drive to Harlan County. The meaning is in the doing,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not in the justification of the doing.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McCarthy taught me to trust that instinct. The old songs are old because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they said something true. American identity, at its most honest,</a:t>
            </a:r>
          </a:p>
          <a:p>
            <a:pPr algn="l"/>
            <a:r>
              <a:rPr sz="1500">
                <a:solidFill>
                  <a:srgbClr val="FCF7EC"/>
                </a:solidFill>
                <a:latin typeface="Calibri"/>
              </a:rPr>
              <a:t>is not what we claim — it is what we carry.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8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8C2D"/>
                </a:solidFill>
                <a:latin typeface="Calibri"/>
              </a:rPr>
              <a:t>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Primary Sources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McCarthy, Cormac. Blood Meridian, or The Evening Redness in the West. Vintage, 1985.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McCarthy, Cormac. The Road. Alfred A. Knopf, 2006.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McCarthy, Cormac. No Country for Old Men. Alfred A. Knopf, 2005.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McCarthy, Cormac. The Outer Dark. Random House, 1968.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McCarthy, Cormac. All the Pretty Horses. Alfred A. Knopf, 1992.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Secondary Sources &amp; Critical Reading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Bell, Vereen M. The Achievement of Cormac McCarthy. LSU Press, 1988.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Bloom, Harold, ed. Cormac McCarthy. Chelsea House, 2009.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Woodson, Linda. A Reader's Guide to the Novels of Cormac McCarthy. Univ. of Texas, 2000.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Westover, Tara. Educated. Random House, 2018. [Personal resonance — Appalachian memoir]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Berry, Wendell. The Unsettling of America. Sierra Club Books, 1977. [Land ethics parallel]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CF7EC"/>
                </a:solidFill>
                <a:latin typeface="Calibri"/>
              </a:rPr>
              <a:t>Instructor</a:t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CF7EC"/>
                </a:solidFill>
                <a:latin typeface="Calibri"/>
              </a:rPr>
              <a:t>Mrs. Patricia Nelson, AP English Literature &amp; Composition, Ridgewood High School,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9664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