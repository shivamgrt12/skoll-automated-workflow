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Sticker price</c:v>
                </c:pt>
              </c:strCache>
            </c:strRef>
          </c:tx>
          <c:spPr>
            <a:solidFill>
              <a:srgbClr val="9FB3C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In-state flagship</c:v>
                </c:pt>
                <c:pt idx="1">
                  <c:v>In-state regional</c:v>
                </c:pt>
                <c:pt idx="2">
                  <c:v>Private, meets need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29000</c:v>
                </c:pt>
                <c:pt idx="1">
                  <c:v>24000</c:v>
                </c:pt>
                <c:pt idx="2">
                  <c:v>62000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9F7-4E28-8351-0066662434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net-cost goal</c:v>
                </c:pt>
              </c:strCache>
            </c:strRef>
          </c:tx>
          <c:spPr>
            <a:solidFill>
              <a:srgbClr val="C9A227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In-state flagship</c:v>
                </c:pt>
                <c:pt idx="1">
                  <c:v>In-state regional</c:v>
                </c:pt>
                <c:pt idx="2">
                  <c:v>Private, meets need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11000</c:v>
                </c:pt>
                <c:pt idx="1">
                  <c:v>9000</c:v>
                </c:pt>
                <c:pt idx="2">
                  <c:v>14000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9F7-4E28-8351-006666243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Practice SAT (total)</c:v>
                </c:pt>
              </c:strCache>
            </c:strRef>
          </c:tx>
          <c:spPr>
            <a:ln w="31750">
              <a:solidFill>
                <a:srgbClr val="1F3A5F"/>
              </a:solidFill>
            </a:ln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1080</c:v>
                </c:pt>
                <c:pt idx="1">
                  <c:v>1130</c:v>
                </c:pt>
                <c:pt idx="2">
                  <c:v>1170</c:v>
                </c:pt>
                <c:pt idx="3">
                  <c:v>1220</c:v>
                </c:pt>
                <c:pt idx="4">
                  <c:v>1270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C0-4CEE-8CF1-B85FE9056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350"/>
          <c:min val="1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COLLEGE PREPARATION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Georgia"/>
              </a:rPr>
              <a:t>The Road to 2029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CDD6E0"/>
                </a:solidFill>
                <a:latin typeface="Georgia"/>
              </a:rPr>
              <a:t>Michael Woodward, Montgomery Blair High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EB9C7"/>
                </a:solidFill>
                <a:latin typeface="Calibri"/>
              </a:rPr>
              <a:t>Saturday college prep, kept with 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AEB9C7"/>
                </a:solidFill>
                <a:latin typeface="Calibri"/>
              </a:rPr>
              <a:t>Goal: a strong, affordable path with loans kept to a minimum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Silver Spring, Maryland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11899087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143000"/>
            <a:ext cx="11899087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A5F"/>
                </a:solidFill>
                <a:latin typeface="Georgia"/>
              </a:rPr>
              <a:t>Where Things 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>
                <a:solidFill>
                  <a:srgbClr val="25303B"/>
                </a:solidFill>
                <a:latin typeface="Calibri"/>
              </a:rPr>
              <a:t>•  Sophomore, Class of 2029, honors track with one AP course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>
                <a:solidFill>
                  <a:srgbClr val="25303B"/>
                </a:solidFill>
                <a:latin typeface="Calibri"/>
              </a:rPr>
              <a:t>•  Strong, steady grades; consistency over any single test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>
                <a:solidFill>
                  <a:srgbClr val="25303B"/>
                </a:solidFill>
                <a:latin typeface="Calibri"/>
              </a:rPr>
              <a:t>•  Debate team, competing regionally through fall and winter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>
                <a:solidFill>
                  <a:srgbClr val="25303B"/>
                </a:solidFill>
                <a:latin typeface="Calibri"/>
              </a:rPr>
              <a:t>•  Parish food pantry service, first and third Saturdays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>
                <a:solidFill>
                  <a:srgbClr val="25303B"/>
                </a:solidFill>
                <a:latin typeface="Calibri"/>
              </a:rPr>
              <a:t>•  Real interests, not resume padding, a consistent story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55448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AP courses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3+ by senior year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Counselor check-ins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Each semester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Hold the cadence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English, Spanish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Keep math solid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Food pantry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Steady record kept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41148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BF6E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What I keep telling him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5303B"/>
                </a:solidFill>
                <a:latin typeface="Georgia"/>
              </a:rPr>
              <a:t>That I am proud of him no matter where he lands. We prepare the best we can, and then we trust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11899087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143000"/>
            <a:ext cx="11899087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AFFORDABILITY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A5F"/>
                </a:solidFill>
                <a:latin typeface="Georgia"/>
              </a:rPr>
              <a:t>The Money Question, Plainly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5544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3A5F"/>
                </a:solidFill>
                <a:latin typeface="Georgia"/>
              </a:rPr>
              <a:t>The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031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>
                <a:solidFill>
                  <a:srgbClr val="25303B"/>
                </a:solidFill>
                <a:latin typeface="Calibri"/>
              </a:rPr>
              <a:t>•  Lean on in-state options, merit aid, and outside scholarships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>
                <a:solidFill>
                  <a:srgbClr val="25303B"/>
                </a:solidFill>
                <a:latin typeface="Calibri"/>
              </a:rPr>
              <a:t>•  A high sticker price is fine if the school meets full need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>
                <a:solidFill>
                  <a:srgbClr val="25303B"/>
                </a:solidFill>
                <a:latin typeface="Calibri"/>
              </a:rPr>
              <a:t>•  Apply without fear of the cost, then compare offers honestly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>
                <a:solidFill>
                  <a:srgbClr val="25303B"/>
                </a:solidFill>
                <a:latin typeface="Calibri"/>
              </a:rPr>
              <a:t>•  Small ETF auto-buy of 25 dollars a month, modest but steady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11899087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143000"/>
            <a:ext cx="11899087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A5F"/>
                </a:solidFill>
                <a:latin typeface="Georgia"/>
              </a:rPr>
              <a:t>Scholarships and Testing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Cost (USD)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Deadline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T="27432" marB="27432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PSAT / NMSQT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Montgomery Blair HS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2026-10-14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Registered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SAT registration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College Board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2027-07-15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Khan Academy SAT prep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Khan Academy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Weekly Saturdays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Jack Kent Cooke scholarship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Cooke Foundation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2027-10-25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Researching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Questbridge prep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Questbridge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2028-09-01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Early watch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Debate travel fund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Blair Debate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73152" marT="27432" marB="27432">
                    <a:solidFill>
                      <a:srgbClr val="E4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College fund ETF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S&amp;P 500 auto-buy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25 / mo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5303B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C6B7A"/>
                </a:solidFill>
                <a:latin typeface="Georgia"/>
              </a:rPr>
              <a:t>Every scholarship we find goes into the tracker with its deadline. We file the aid forms the week they open each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11899087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143000"/>
            <a:ext cx="11899087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A5F"/>
                </a:solidFill>
                <a:latin typeface="Georgia"/>
              </a:rPr>
              <a:t>Practice Scores and the Timeline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46304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5544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F3A5F"/>
                </a:solidFill>
                <a:latin typeface="Georgia"/>
              </a:rPr>
              <a:t>From now to the seat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79" y="2103120"/>
          <a:ext cx="4023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A2E10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T="27432" marB="27432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A2E10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T="27432" marB="27432"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This fall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PSAT, first scholarship list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Spring 2027</a:t>
                      </a:r>
                    </a:p>
                  </a:txBody>
                  <a:tcPr marL="73152" marT="27432" marB="27432"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Ramp SAT practice</a:t>
                      </a:r>
                    </a:p>
                  </a:txBody>
                  <a:tcPr marL="73152" marT="27432" marB="27432"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Summer 2027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SAT attempt, visit list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Fall 2027</a:t>
                      </a:r>
                    </a:p>
                  </a:txBody>
                  <a:tcPr marL="73152" marT="27432" marB="27432">
                    <a:solidFill>
                      <a:srgbClr val="FBF3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5303B"/>
                          </a:solidFill>
                          <a:latin typeface="Calibri"/>
                        </a:rPr>
                        <a:t>Junior counselor, apps</a:t>
                      </a:r>
                    </a:p>
                  </a:txBody>
                  <a:tcPr marL="73152" marT="27432" marB="27432">
                    <a:solidFill>
                      <a:srgbClr val="FBF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98079" y="53949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C6B7A"/>
                </a:solidFill>
                <a:latin typeface="Calibri"/>
              </a:rPr>
              <a:t>SAT first attempt: 2027-08-28, Blair HS, 8:00 AM check-in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11899087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" y="1143000"/>
            <a:ext cx="11899087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3A5F"/>
                </a:solidFill>
                <a:latin typeface="Georgia"/>
              </a:rPr>
              <a:t>The Floor Is Solid Under Every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26060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874519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Four-year school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97480"/>
            <a:ext cx="22768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5303B"/>
                </a:solidFill>
                <a:latin typeface="Calibri"/>
              </a:rPr>
              <a:t>The plan, aimed straight, and likely where he lands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64592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645920"/>
            <a:ext cx="26060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75304" y="1874519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Community college, then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697480"/>
            <a:ext cx="22768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5303B"/>
                </a:solidFill>
                <a:latin typeface="Calibri"/>
              </a:rPr>
              <a:t>The debt-light way Dad did it; a bridge, not a detour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4592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645920"/>
            <a:ext cx="26060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1874519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A skilled trade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697480"/>
            <a:ext cx="22768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5303B"/>
                </a:solidFill>
                <a:latin typeface="Calibri"/>
              </a:rPr>
              <a:t>An apprenticeship, earning while learning, never out of style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64592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51976" y="1645920"/>
            <a:ext cx="260604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16568" y="1874519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A gap year of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697480"/>
            <a:ext cx="227685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5303B"/>
                </a:solidFill>
                <a:latin typeface="Calibri"/>
              </a:rPr>
              <a:t>Not a failure; apply again with a clearer aim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9A227"/>
                </a:solidFill>
                <a:latin typeface="Georgia"/>
              </a:rPr>
              <a:t>The point of the plan is options.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Georgia"/>
              </a:rPr>
              <a:t>A plan that only has one acceptable outcome is not a plan. His job is to keep doing good work and to stay himself.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472</Words>
  <Application>Microsoft Office PowerPoint</Application>
  <PresentationFormat>Widescreen</PresentationFormat>
  <Paragraphs>107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kumar</cp:lastModifiedBy>
  <cp:revision>3</cp:revision>
  <dcterms:created xsi:type="dcterms:W3CDTF">2013-01-27T09:14:16Z</dcterms:created>
  <dcterms:modified xsi:type="dcterms:W3CDTF">2026-06-29T12:20:53Z</dcterms:modified>
  <cp:category/>
</cp:coreProperties>
</file>