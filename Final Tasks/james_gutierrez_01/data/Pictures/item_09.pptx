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Catering</c:v>
                </c:pt>
                <c:pt idx="1">
                  <c:v>Giveaways</c:v>
                </c:pt>
                <c:pt idx="2">
                  <c:v>Music</c:v>
                </c:pt>
                <c:pt idx="3">
                  <c:v>Decorations</c:v>
                </c:pt>
                <c:pt idx="4">
                  <c:v>Marketing</c:v>
                </c:pt>
                <c:pt idx="5">
                  <c:v>Misc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879</c:v>
                </c:pt>
                <c:pt idx="1">
                  <c:v>633</c:v>
                </c:pt>
                <c:pt idx="2">
                  <c:v>350</c:v>
                </c:pt>
                <c:pt idx="3">
                  <c:v>125</c:v>
                </c:pt>
                <c:pt idx="4">
                  <c:v>120</c:v>
                </c:pt>
                <c:pt idx="5">
                  <c:v>96.98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DC8"/>
                </a:solidFill>
                <a:latin typeface="Calibri"/>
              </a:rPr>
              <a:t>SHARP LINE 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BF7F0"/>
                </a:solidFill>
                <a:latin typeface="Calibri"/>
              </a:rPr>
              <a:t>Cuts Before
Christmas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DC8"/>
                </a:solidFill>
                <a:latin typeface="Calibri"/>
              </a:rPr>
              <a:t>Community Day at the Livernois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DC8"/>
                </a:solidFill>
                <a:latin typeface="Calibri"/>
              </a:rPr>
              <a:t>Saturday, December 19, 2026  ·  9:00 AM to 2:00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DC8"/>
                </a:solidFill>
                <a:latin typeface="Calibri"/>
              </a:rPr>
              <a:t>18247 Livernois Ave, Detroit, MI 48221  ·  All hands</a:t>
            </a:r>
          </a:p>
        </p:txBody>
      </p:sp>
      <p:pic>
        <p:nvPicPr>
          <p:cNvPr id="8" name="Picture 7" descr="tab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0"/>
            <a:ext cx="42364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410"/>
                </a:solidFill>
                <a:latin typeface="Calibri"/>
              </a:rPr>
              <a:t>What We're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>
                <a:solidFill>
                  <a:srgbClr val="9E3B1B"/>
                </a:solidFill>
                <a:latin typeface="Calibri"/>
              </a:rPr>
              <a:t>The Plan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C1410"/>
                </a:solidFill>
                <a:latin typeface="Calibri"/>
              </a:rPr>
              <a:t>●  Free kids cuts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4030"/>
                </a:solidFill>
                <a:latin typeface="Calibri"/>
              </a:rPr>
              <a:t>   All kids 12 and under get a free cut from whoever is in the chair. No appointment, walk-in only.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C1410"/>
                </a:solidFill>
                <a:latin typeface="Calibri"/>
              </a:rPr>
              <a:t>●  Food from El Sol Kitchen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4030"/>
                </a:solidFill>
                <a:latin typeface="Calibri"/>
              </a:rPr>
              <a:t>   Tacos, horchata, and churros from Fenkell. James pre-ordered; confirmed for 11:00 AM delivery.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C1410"/>
                </a:solidFill>
                <a:latin typeface="Calibri"/>
              </a:rPr>
              <a:t>●  Pinnacle giveaways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4030"/>
                </a:solidFill>
                <a:latin typeface="Calibri"/>
              </a:rPr>
              <a:t>   Pinnacle pomade and beard oil samples plus Ty's handmade combs for adults.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C1410"/>
                </a:solidFill>
                <a:latin typeface="Calibri"/>
              </a:rPr>
              <a:t>●  DJ set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4030"/>
                </a:solidFill>
                <a:latin typeface="Calibri"/>
              </a:rPr>
              <a:t>   Music from 9:00 AM through close. Good energy for a Saturday morning.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C1410"/>
                </a:solidFill>
                <a:latin typeface="Calibri"/>
              </a:rPr>
              <a:t>●  Photo moment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4030"/>
                </a:solidFill>
                <a:latin typeface="Calibri"/>
              </a:rPr>
              <a:t>   Group photo with the staff and community at noon. Community board gets a copy.</a:t>
            </a:r>
          </a:p>
        </p:txBody>
      </p:sp>
      <p:pic>
        <p:nvPicPr>
          <p:cNvPr id="5" name="Picture 4" descr="entr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410"/>
                </a:solidFill>
                <a:latin typeface="Calibri"/>
              </a:rPr>
              <a:t>Run of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5540"/>
                </a:solidFill>
                <a:latin typeface="Calibri"/>
              </a:rPr>
              <a:t>Saturday, December 19, 2026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80160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52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8:00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252728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James and Ty arrive. Balloons and banners. Sound check with DJ.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576" cy="402336"/>
          </a:xfrm>
          <a:prstGeom prst="rect">
            <a:avLst/>
          </a:prstGeom>
          <a:solidFill>
            <a:srgbClr val="D4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" y="2048255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08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9:00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20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Doors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20824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Walk-in queue starts. Darius manages floor flow. Andre on standby.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68296"/>
            <a:ext cx="36576" cy="402336"/>
          </a:xfrm>
          <a:prstGeom prst="rect">
            <a:avLst/>
          </a:prstGeom>
          <a:solidFill>
            <a:srgbClr val="D4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" y="2816352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9:30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First Cuts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889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All four chairs active. Ty on kids, James and Darius on adults.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36392"/>
            <a:ext cx="36576" cy="402336"/>
          </a:xfrm>
          <a:prstGeom prst="rect">
            <a:avLst/>
          </a:prstGeom>
          <a:solidFill>
            <a:srgbClr val="D4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60" y="3584448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570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11:00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557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Food Arrives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557016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El Sol Kitchen delivery. Community tables set up outside.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04488"/>
            <a:ext cx="36576" cy="402336"/>
          </a:xfrm>
          <a:prstGeom prst="rect">
            <a:avLst/>
          </a:prstGeom>
          <a:solidFill>
            <a:srgbClr val="D4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" y="4352544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251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12:00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325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Giveaway + Photo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325112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Pinnacle samples and Ty's combs at the front. Group photo.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72584"/>
            <a:ext cx="36576" cy="402336"/>
          </a:xfrm>
          <a:prstGeom prst="rect">
            <a:avLst/>
          </a:prstGeom>
          <a:solidFill>
            <a:srgbClr val="D4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5760" y="5120640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93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1:30 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093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Last Cuts Called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093208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Queue closes. Anyone already in line gets taken.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440680"/>
            <a:ext cx="36576" cy="402336"/>
          </a:xfrm>
          <a:prstGeom prst="rect">
            <a:avLst/>
          </a:prstGeom>
          <a:solidFill>
            <a:srgbClr val="D4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5760" y="5888736"/>
            <a:ext cx="320040" cy="32004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8613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3B1B"/>
                </a:solidFill>
                <a:latin typeface="Calibri"/>
              </a:rPr>
              <a:t>2:00 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8613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410"/>
                </a:solidFill>
                <a:latin typeface="Calibri"/>
              </a:rPr>
              <a:t>Close + Reconcile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861304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4030"/>
                </a:solidFill>
                <a:latin typeface="Calibri"/>
              </a:rPr>
              <a:t>Clean up. James tallies the count. Debrief with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410"/>
                </a:solidFill>
                <a:latin typeface="Calibri"/>
              </a:rPr>
              <a:t>Event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5540"/>
                </a:solidFill>
                <a:latin typeface="Calibri"/>
              </a:rPr>
              <a:t>Total: $2,203.98, all line items verified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59436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>
                <a:solidFill>
                  <a:srgbClr val="9E3B1B"/>
                </a:solidFill>
                <a:latin typeface="Calibri"/>
              </a:rPr>
              <a:t>Line Summary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C1410"/>
                </a:solidFill>
                <a:latin typeface="Courier New"/>
              </a:rPr>
              <a:t>  Catering (El Sol Kitchen)   $879.00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C1410"/>
                </a:solidFill>
                <a:latin typeface="Courier New"/>
              </a:rPr>
              <a:t>  Giveaways (Pinnacle + combs)   $633.00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C1410"/>
                </a:solidFill>
                <a:latin typeface="Courier New"/>
              </a:rPr>
              <a:t>  Music (DJ + audio)  ...... $350.00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C1410"/>
                </a:solidFill>
                <a:latin typeface="Courier New"/>
              </a:rPr>
              <a:t>  Decorations (signs + balloons)   $125.00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C1410"/>
                </a:solidFill>
                <a:latin typeface="Courier New"/>
              </a:rPr>
              <a:t>  Marketing (social + flyers)   $120.00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C1410"/>
                </a:solidFill>
                <a:latin typeface="Courier New"/>
              </a:rPr>
              <a:t>  Misc (towels, drinks, sundry)   $96.98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9E3B1B"/>
                </a:solidFill>
                <a:latin typeface="Courier New"/>
              </a:rPr>
              <a:t>  TOTAL  ................... $2,203.98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7A5540"/>
                </a:solidFill>
                <a:latin typeface="Calibri"/>
              </a:rPr>
              <a:t>
Funded from shop event reserve.
No client charge-through.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410"/>
                </a:solidFill>
                <a:latin typeface="Calibri"/>
              </a:rPr>
              <a:t>Staff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5540"/>
                </a:solidFill>
                <a:latin typeface="Calibri"/>
              </a:rPr>
              <a:t>Everybody has a lane. Everybody stays in it.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005840"/>
            <a:ext cx="640080" cy="640080"/>
          </a:xfrm>
          <a:prstGeom prst="ellipse">
            <a:avLst/>
          </a:prstGeom>
          <a:solidFill>
            <a:srgbClr val="9E3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410"/>
                </a:solidFill>
                <a:latin typeface="Calibri"/>
              </a:rPr>
              <a:t>James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Catering confirm and setup coordination (Thu/Fri before).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Opens and closes the shop. Final reconcile at 2 PM.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Sound check with DJ at 8 AM. Handles any vendor issues.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Kids cut station 9 AM through 1 PM.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005840"/>
            <a:ext cx="640080" cy="640080"/>
          </a:xfrm>
          <a:prstGeom prst="ellipse">
            <a:avLst/>
          </a:prstGeom>
          <a:solidFill>
            <a:srgbClr val="2E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410"/>
                </a:solidFill>
                <a:latin typeface="Calibri"/>
              </a:rPr>
              <a:t>Darius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Social media promo (posts, check-ins through the day).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Floor flow management: queue order, wait time calls.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Adult cuts alongside James. Covers any overflow.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931920"/>
            <a:ext cx="640080" cy="640080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410"/>
                </a:solidFill>
                <a:latin typeface="Calibri"/>
              </a:rPr>
              <a:t>Andre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177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Flyer distribution on Livernois 9-11 AM.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Kids cut support after 11 AM.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Photo moment coordination at noon.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931920"/>
            <a:ext cx="640080" cy="640080"/>
          </a:xfrm>
          <a:prstGeom prst="ellipse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410"/>
                </a:solidFill>
                <a:latin typeface="Calibri"/>
              </a:rPr>
              <a:t>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177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Handmade comb giveaway table management.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Balloon and decoration setup at 8 AM.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4030"/>
                </a:solidFill>
                <a:latin typeface="Calibri"/>
              </a:rPr>
              <a:t>● Apprentice-rate cuts on kids 9 AM to 1:30 PM.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