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3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457200" cy="1554480"/>
          </a:xfrm>
          <a:prstGeom prst="rect">
            <a:avLst/>
          </a:prstGeom>
          <a:solidFill>
            <a:srgbClr val="CA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AA83A"/>
                </a:solidFill>
              </a:rPr>
              <a:t>MIDWEST REGIONAL ORCHID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Show Prep, December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CFD6B8"/>
                </a:solidFill>
              </a:rPr>
              <a:t>Show December 12 to 13, 2026. Registration deadline November 30. Entering 6 plants. Goal: at least one award nomination.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3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CA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The six entries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P-001 Paph rothschildianum 'Columbus Gold', the anchor; stake the second spike by November 28.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P-014 Paph sukhakulii, watch for spider mite; isolate if needed.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C-009 Cattleya jongheana, timing tight, expect peak near December 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PH-031 Phalaenopsis schilleriana, groom lower leaves, support the spike.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C-022 Cattleya walkeriana coerulea, division from Dorothy; first show.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M-005 Masdevallia veitchiana, keep cool in transit, do not let it cook.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3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CA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Prep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Repotting weekend done; entries in final media, no late repots.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Transport pool and judging volunteers being confirmed.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Final staking, grooming, and photos in the last week.</a:t>
            </a:r>
          </a:p>
        </p:txBody>
      </p:sp>
      <p:pic>
        <p:nvPicPr>
          <p:cNvPr id="7" name="Picture 6" descr="showpr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63040"/>
            <a:ext cx="5486400" cy="29427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4456545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F7256"/>
                </a:solidFill>
              </a:rPr>
              <a:t>Completion toward load-in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3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CA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October 31, 2026: repotting weekend done.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November 21, 2026: society meeting, confirm transport and volunteers.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November 28, 2026: final staking, grooming, photograph each entry.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November 30, 2026: submit forms and fees online before midnight.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December 11, 2026: pack; December 12 load-in by 8:00 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3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CA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One of the entries</a:t>
            </a:r>
          </a:p>
        </p:txBody>
      </p:sp>
      <p:pic>
        <p:nvPicPr>
          <p:cNvPr id="6" name="Picture 5" descr="img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517" y="1325880"/>
            <a:ext cx="685666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5999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6F7256"/>
                </a:solidFill>
              </a:rPr>
              <a:t>Phalaenopsis schilleriana, groomed and spike-supported for the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3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CA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Pack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Plant cards printed (waterproof); bloom-support stakes and soft clips.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Distilled water mister; sterile blades plus flame.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Microfiber and leaf shine; insurance rider copy (homeowner's, $15K orchid).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Foam blocks and trays for the SUV.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3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146304" cy="457200"/>
          </a:xfrm>
          <a:prstGeom prst="rect">
            <a:avLst/>
          </a:prstGeom>
          <a:solidFill>
            <a:srgbClr val="CA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The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At least one award nomination for the chapter.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</a:rPr>
              <a:t>•  Clean foliage, flat dorsals, calm load-in.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>Jean Dean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Jean Dean</dc:creator>
  <cp:lastModifiedBy>Jean Dean</cp:lastModifiedBy>
  <cp:revision>2</cp:revision>
  <dcterms:created xsi:type="dcterms:W3CDTF">2026-02-10T09:00:00Z</dcterms:created>
  <dcterms:modified xsi:type="dcterms:W3CDTF">2026-02-10T09:00:00Z</dcterms:modified>
</cp:coreProperties>
</file>