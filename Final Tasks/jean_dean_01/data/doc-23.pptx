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457200" cy="155448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B341"/>
                </a:solidFill>
              </a:rPr>
              <a:t>FRONT-YARD DESIGN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Native Pollinator Garden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E3D4A8"/>
                </a:solidFill>
              </a:rPr>
              <a:t>A clean, layered native bed that feeds pollinators March through frost. Notes drafted January 2027 for spring planting.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Feed pollinators across the whole season and look intentional from the street.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Share air with the greenhouse, so no pesticides; I react to chemicals anyway.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A mulch path so Emma can get in to photograph bees for school.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Plant palette, Ohio 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Purple coneflower (Echinacea purpurea)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Black-eyed Susan (Rudbeckia)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Bee balm (Monarda), give it air for mildew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Butterfly milkweed (Asclepias tuberosa), for monarchs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Coreopsis, for the long yellow bloom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Little bluestem grass, structure and winter interest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Bloom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Layered so something is always in flower.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Stems left standing over winter for overwintering insects.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Coreopsis and Rudbeckia carry the late season.</a:t>
            </a:r>
          </a:p>
        </p:txBody>
      </p:sp>
      <p:pic>
        <p:nvPicPr>
          <p:cNvPr id="7" name="Picture 6" descr="bl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2771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28501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8A7A52"/>
                </a:solidFill>
              </a:rPr>
              <a:t>Bloom window by species, April to October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look I am after</a:t>
            </a:r>
          </a:p>
        </p:txBody>
      </p:sp>
      <p:pic>
        <p:nvPicPr>
          <p:cNvPr id="6" name="Picture 5" descr="img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17" y="1325880"/>
            <a:ext cx="685666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999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8A7A52"/>
                </a:solidFill>
              </a:rPr>
              <a:t>Layered natives with steady pollinator traffic, here Queen Anne's lace and coreopsis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Taller at the back (Joe-Pye toward the fence), low edgers at the walk.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Mulch path through the middle for access and photos.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Compost topped up; soaker hose checked each spring.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Order plugs in late winter, after the holidays and before the spring rush.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Cut back last year's stems once temps are reliably warm.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Top up compost; check the soaker 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Quiet, slow, native.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Anything worth having takes time and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Jean Dean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 Dean</dc:creator>
  <cp:lastModifiedBy>Jean Dean</cp:lastModifiedBy>
  <cp:revision>2</cp:revision>
  <dcterms:created xsi:type="dcterms:W3CDTF">2026-02-10T09:00:00Z</dcterms:created>
  <dcterms:modified xsi:type="dcterms:W3CDTF">2026-02-10T09:00:00Z</dcterms:modified>
</cp:coreProperties>
</file>