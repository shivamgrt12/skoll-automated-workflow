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457200" cy="1554480"/>
          </a:xfrm>
          <a:prstGeom prst="rect">
            <a:avLst/>
          </a:prstGeom>
          <a:solidFill>
            <a:srgbClr val="6FC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FC28E"/>
                </a:solidFill>
              </a:rPr>
              <a:t>COLUMBUS ORCHID SOCIETY, MEMBER TALK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424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Paphiopedilum Culture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B8CDBC"/>
                </a:solidFill>
              </a:rPr>
              <a:t>Jean Dean, VP. October 17, 2026, Franklin County Library. About 35 minutes plus Q and 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146304" cy="457200"/>
          </a:xfrm>
          <a:prstGeom prst="rect">
            <a:avLst/>
          </a:prstGeom>
          <a:solidFill>
            <a:srgbClr val="6FC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9456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1. Know your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700">
                <a:solidFill>
                  <a:srgbClr val="2F6F4A"/>
                </a:solidFill>
              </a:rPr>
              <a:t>Mottled-leaf species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333333"/>
                </a:solidFill>
              </a:rPr>
              <a:t>Such as sukhakulii and callosum: warmer, lower light, shade-house conditions.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2F6F4A"/>
                </a:solidFill>
              </a:rPr>
              <a:t>Strap-leaf multifloral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333333"/>
                </a:solidFill>
              </a:rPr>
              <a:t>Rothschildianum and sanderianum: brighter, longer to maturity, worth the wait.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3716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700">
                <a:solidFill>
                  <a:srgbClr val="2F6F4A"/>
                </a:solidFill>
              </a:rPr>
              <a:t>Complex hybrids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333333"/>
                </a:solidFill>
              </a:rPr>
              <a:t>Forgiving and showy, a good entry point for new growers.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146304" cy="457200"/>
          </a:xfrm>
          <a:prstGeom prst="rect">
            <a:avLst/>
          </a:prstGeom>
          <a:solidFill>
            <a:srgbClr val="6FC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9456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2. Water and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No moisture stress; Paphs have no pseudobulbs to fall back on.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Fine to medium bark with perlite and charcoal; repot every 12 to 18 months as media breaks down.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Rainwater or distilled; they resent salt build-up. Flush monthly.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146304" cy="457200"/>
          </a:xfrm>
          <a:prstGeom prst="rect">
            <a:avLst/>
          </a:prstGeom>
          <a:solidFill>
            <a:srgbClr val="6FC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9456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3. Light and 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1000 to 1500 foot-candles; east bench in my greenhouse.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Cool nights of 55 to 60F help spike initiation in many species.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Match light to leaf type: mottled lower, strap-leaf brighter.</a:t>
            </a:r>
          </a:p>
        </p:txBody>
      </p:sp>
      <p:pic>
        <p:nvPicPr>
          <p:cNvPr id="7" name="Picture 6" descr="p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463040"/>
            <a:ext cx="5486400" cy="29305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55080" y="444443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A7C72"/>
                </a:solidFill>
              </a:rPr>
              <a:t>Light band by group, measured at the bench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146304" cy="457200"/>
          </a:xfrm>
          <a:prstGeom prst="rect">
            <a:avLst/>
          </a:prstGeom>
          <a:solidFill>
            <a:srgbClr val="6FC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9456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4. Feeding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Weakly, weekly: quarter-strength balanced feed during active growth.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Back off in deep winter when growth slows.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Flush monthly to keep salts from building in the media.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146304" cy="457200"/>
          </a:xfrm>
          <a:prstGeom prst="rect">
            <a:avLst/>
          </a:prstGeom>
          <a:solidFill>
            <a:srgbClr val="6FC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9456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5. Showing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Stake early and gently; the dorsal sepal should sit flat and symmetric.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Groom the foliage; judges read the whole plant, not just the flower.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Photograph each entry for your own records before load-in.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146304" cy="457200"/>
          </a:xfrm>
          <a:prstGeom prst="rect">
            <a:avLst/>
          </a:prstGeom>
          <a:solidFill>
            <a:srgbClr val="6FC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9456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A show-ready Paphiopedilum</a:t>
            </a:r>
          </a:p>
        </p:txBody>
      </p:sp>
      <p:pic>
        <p:nvPicPr>
          <p:cNvPr id="6" name="Picture 5" descr="img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6155" y="1325880"/>
            <a:ext cx="3659385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54480" y="5999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6A7C72"/>
                </a:solidFill>
              </a:rPr>
              <a:t>Flat, symmetric dorsal and clean pouch, the look judges reward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146304" cy="457200"/>
          </a:xfrm>
          <a:prstGeom prst="rect">
            <a:avLst/>
          </a:prstGeom>
          <a:solidFill>
            <a:srgbClr val="6FC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9456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Closing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Bring a plant to the next meeting table for a hands-on repotting demo.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Questions welcome; culture sheets are on the member wiki.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Company>Jean Dean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Jean Dean</dc:creator>
  <cp:lastModifiedBy>Jean Dean</cp:lastModifiedBy>
  <cp:revision>2</cp:revision>
  <dcterms:created xsi:type="dcterms:W3CDTF">2026-02-10T09:00:00Z</dcterms:created>
  <dcterms:modified xsi:type="dcterms:W3CDTF">2026-02-10T09:00:00Z</dcterms:modified>
</cp:coreProperties>
</file>