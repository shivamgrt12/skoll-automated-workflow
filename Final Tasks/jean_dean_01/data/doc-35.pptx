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457200" cy="1554480"/>
          </a:xfrm>
          <a:prstGeom prst="rect">
            <a:avLst/>
          </a:prstGeom>
          <a:solidFill>
            <a:srgbClr val="E0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08A2F"/>
                </a:solidFill>
              </a:rPr>
              <a:t>COLUMBUS IRISH HERITAGE ASSOCIATION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St. Patrick's Festival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BCD6C2"/>
                </a:solidFill>
              </a:rPr>
              <a:t>Early planning, started January 2027. I organize this every year; getting ahead while the orchid show is behind 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Workstreams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2F7D4F"/>
                </a:solidFill>
              </a:rPr>
              <a:t>Venue and permits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</a:rPr>
              <a:t>Confirm the usual park pavilion and the city permit early.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2F7D4F"/>
                </a:solidFill>
              </a:rPr>
              <a:t>Music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</a:rPr>
              <a:t>Book the trad session players, the bouzouki and whistle group from last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2F7D4F"/>
                </a:solidFill>
              </a:rPr>
              <a:t>Food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</a:rPr>
              <a:t>Soda bread bake-off, stew vendors, a proper tea tent.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2F7D4F"/>
                </a:solidFill>
              </a:rPr>
              <a:t>Family area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</a:rPr>
              <a:t>Emma helps run the kids' craft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Provisional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Every line held under the $200 board-approval threshold unless the board votes.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Music and food are the two largest lines.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Printing and signage reused where possible from last year.</a:t>
            </a:r>
          </a:p>
        </p:txBody>
      </p:sp>
      <p:pic>
        <p:nvPicPr>
          <p:cNvPr id="7" name="Picture 6" descr="fest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5486400" cy="34320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494592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A7C72"/>
                </a:solidFill>
              </a:rPr>
              <a:t>Provisional line items against the approval 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Timeline to March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January 2027: reserve the date and the space; email last year's volunteer list.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February 2027: confirm music and food vendors; volunteer sign-up out.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March 17, 2027: festival 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tea tent and bake-off</a:t>
            </a:r>
          </a:p>
        </p:txBody>
      </p:sp>
      <p:pic>
        <p:nvPicPr>
          <p:cNvPr id="6" name="Picture 5" descr="img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847" y="1325880"/>
            <a:ext cx="6096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5999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A7C72"/>
                </a:solidFill>
              </a:rPr>
              <a:t>Soda bread bake-off, the heart of the food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Volunteers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Online sign-up form out by end of January 2027.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Reuse last year's roster as the first ask.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Family area needs the most hands on the 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Keep it warm and community-first, not commercial.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Mom always comes; it matters to 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Jean Dean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Jean Dean</dc:creator>
  <cp:lastModifiedBy>Jean Dean</cp:lastModifiedBy>
  <cp:revision>2</cp:revision>
  <dcterms:created xsi:type="dcterms:W3CDTF">2026-02-10T09:00:00Z</dcterms:created>
  <dcterms:modified xsi:type="dcterms:W3CDTF">2026-02-10T09:00:00Z</dcterms:modified>
</cp:coreProperties>
</file>