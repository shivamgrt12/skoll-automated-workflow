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of living, percent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Current</c:v>
                </c:pt>
                <c:pt idx="1">
                  <c:v>Opening ask</c:v>
                </c:pt>
                <c:pt idx="2">
                  <c:v>Likely landing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3.0</c:v>
                </c:pt>
                <c:pt idx="2">
                  <c:v>2.6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502920" cy="502920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FD0E0"/>
                </a:solidFill>
                <a:latin typeface="Calibri"/>
              </a:rPr>
              <a:t>LOCAL 792 MEMBER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Contract Negotiation, Member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8803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Where the priorities stand going into the next cycle. For members only. Prepared by the shop steward.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372"/>
                </a:solidFill>
                <a:latin typeface="Calibri"/>
              </a:rPr>
              <a:t>Capt. John Walker   |   City of Quincy Fire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Our priorities, in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57200" cy="960120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0876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Staffing and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5448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Hold the minimum staffing on every piece, every shift.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457200" cy="960120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889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5176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Wages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697480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A fair cost of living adjustment that keeps 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457200" cy="960120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9319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94759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Overtime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840479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Clean callback order and an honest holiday rate.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92040"/>
            <a:ext cx="457200" cy="960120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07492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59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Health and retirement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983479"/>
            <a:ext cx="6035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Protect the benefit that brought many of us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the wage article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371600"/>
          <a:ext cx="67665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Numbers shown are for member discussion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Nothing here is final until ratified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Bring concerns to the steward, not the floor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Confidential to the membership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we need from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566160" cy="3108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087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Stay informed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29968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Read the updates. Ask the steward. Do not negotiate in the firehouse kitchen.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3566160" cy="3108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63040"/>
            <a:ext cx="356616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Stay united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8"/>
            <a:ext cx="32004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 united local is the only leverage that has ever worked. Hold the line together.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291840" cy="31089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291840" cy="457200"/>
          </a:xfrm>
          <a:prstGeom prst="rect">
            <a:avLst/>
          </a:prstGeom>
          <a:solidFill>
            <a:srgbClr val="335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0876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Stay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29968"/>
            <a:ext cx="29260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Member meeting dates will be posted. Your voice in the room matters.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C24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Solidarity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926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BFD0E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We have done this before and we will do it again, the right way,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24B2F"/>
                </a:solidFill>
                <a:latin typeface="Calibri"/>
              </a:rPr>
              <a:t>In service to the membership.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John Walker</dc:creator>
  <cp:lastModifiedBy>John Walker</cp:lastModifiedBy>
  <cp:revision>1</cp:revision>
  <dcterms:created xsi:type="dcterms:W3CDTF">2026-02-10T09:00:00Z</dcterms:created>
  <dcterms:modified xsi:type="dcterms:W3CDTF">2026-02-10T09:00:00Z</dcterms:modified>
</cp:coreProperties>
</file>