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Quizzes</c:v>
                </c:pt>
                <c:pt idx="1">
                  <c:v>Midterm</c:v>
                </c:pt>
                <c:pt idx="2">
                  <c:v>Practical</c:v>
                </c:pt>
                <c:pt idx="3">
                  <c:v>Final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FD0E0"/>
                </a:solidFill>
                <a:latin typeface="Calibri"/>
              </a:rPr>
              <a:t>COLLEGE HEALTH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EMT-Basic Course Orientation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What the term looks like, how you are graded, and what it takes to pass the state exam. Spring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372"/>
                </a:solidFill>
                <a:latin typeface="Calibri"/>
              </a:rPr>
              <a:t>Capt. John Walker   |   City of Quincy Fire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Your instructor and the 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9496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173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Who is teaching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working fire captain and paramedic with field time behind every lecture. Tuesday and Thursday evenings, six to nine.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212080" cy="2743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21208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one rule that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Skills are checked in person. Miss a practical and you arrange a make up. The exam does not care how busy the week was.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This course is hands on. You will be assessed, splinted, and moved, and you will do the same for others.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the grade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71600"/>
          <a:ext cx="56692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Quizzes keep you current each week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Practical skills are the heart of the grade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Midterm and final test the whole picture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Show up, practice, and the grade follows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term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544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69164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Scope of practice and responder safety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5544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69164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Airway, respiration, ventilation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5544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9164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Patient 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39" y="146304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39" y="146304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7" y="155448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9" y="169164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Bleeding, shock, soft tissue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4048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84048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9319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06908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Medical emergencies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384048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84048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39319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06908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Trauma and splinting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9319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59" y="406908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Special populations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39" y="3840480"/>
            <a:ext cx="265176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39" y="3840480"/>
            <a:ext cx="640080" cy="210312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6567" y="39319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79" y="4069080"/>
            <a:ext cx="1783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Skills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Pass the course, pass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Attendance, repetition, and calm hands. That is the whole method. Bring questions to office hours on Thursday before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24B2F"/>
                </a:solidFill>
                <a:latin typeface="Calibri"/>
              </a:rPr>
              <a:t>Welcome to the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John Walker</dc:creator>
  <cp:lastModifiedBy>John Walker</cp:lastModifiedBy>
  <cp:revision>1</cp:revision>
  <dcterms:created xsi:type="dcterms:W3CDTF">2026-02-10T09:00:00Z</dcterms:created>
  <dcterms:modified xsi:type="dcterms:W3CDTF">2026-02-10T09:00:00Z</dcterms:modified>
</cp:coreProperties>
</file>