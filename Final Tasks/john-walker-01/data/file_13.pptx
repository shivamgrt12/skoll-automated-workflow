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planned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Wk1</c:v>
                </c:pt>
                <c:pt idx="1">
                  <c:v>Wk2</c:v>
                </c:pt>
                <c:pt idx="2">
                  <c:v>Wk3</c:v>
                </c:pt>
                <c:pt idx="3">
                  <c:v>Wk4</c:v>
                </c:pt>
                <c:pt idx="4">
                  <c:v>Wk5</c:v>
                </c:pt>
                <c:pt idx="5">
                  <c:v>Wk6</c:v>
                </c:pt>
                <c:pt idx="6">
                  <c:v>Wk7</c:v>
                </c:pt>
                <c:pt idx="7">
                  <c:v>Wk8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FD0E0"/>
                </a:solidFill>
                <a:latin typeface="Calibri"/>
              </a:rPr>
              <a:t>PROMOTIONAL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Battalion Chief Candidate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Command readiness, study roadmap, and the timeline to exam day. Personal preparation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372"/>
                </a:solidFill>
                <a:latin typeface="Calibri"/>
              </a:rPr>
              <a:t>Capt. John Walker   |   City of Quincy Fire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this step, and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66160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forty hour command schedule, a step up in scope, and responsibility for multiple companies on the larger incidents.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566160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trade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3852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Less time on the engine, a different rhythm at home, and a meaningful change to the household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291840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29184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173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Still open at home. It will be settled before exam day, on facts and not on pressure.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The aim of this brief is simple. Show the work, weigh the cost, and walk into the exam prepared rather than hopeful.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Command competencies under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5176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6517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08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Command and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29968"/>
            <a:ext cx="2286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Span of control, accountability, and the orderly transfer of command on an expanding incident.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65176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517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508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Strategy and tactics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29968"/>
            <a:ext cx="2286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Reading the building, setting the mode, and matching resources to the problem.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People and labor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29968"/>
            <a:ext cx="2286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Discipline, performance, and the contract that governs the floor.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463040"/>
            <a:ext cx="265176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463040"/>
            <a:ext cx="26517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508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Budget and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029968"/>
            <a:ext cx="2286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Resource math, staffing models, and the numbers behind a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Eight week study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Mornings on the two off days each week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Timed practice exam in week eight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Weak areas reviewed after each block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Materials closed and reviewed, not just 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Timeline to 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515600" cy="73152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Jan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372"/>
                </a:solidFill>
                <a:latin typeface="Calibri"/>
              </a:rPr>
              <a:t>Plan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Jan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372"/>
                </a:solidFill>
                <a:latin typeface="Calibri"/>
              </a:rPr>
              <a:t>Mid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Feb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372"/>
                </a:solidFill>
                <a:latin typeface="Calibri"/>
              </a:rPr>
              <a:t>Mock exam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Nov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372"/>
                </a:solidFill>
                <a:latin typeface="Calibri"/>
              </a:rPr>
              <a:t>Final block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642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Nov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372"/>
                </a:solidFill>
                <a:latin typeface="Calibri"/>
              </a:rPr>
              <a:t>Exam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24B2F"/>
                </a:solidFill>
                <a:latin typeface="Calibri"/>
              </a:rPr>
              <a:t>Walk in ready. The work is the answer to the nerves.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John Walker</dc:creator>
  <cp:lastModifiedBy>John Walker</cp:lastModifiedBy>
  <cp:revision>1</cp:revision>
  <dcterms:created xsi:type="dcterms:W3CDTF">2026-02-10T09:00:00Z</dcterms:created>
  <dcterms:modified xsi:type="dcterms:W3CDTF">2026-02-10T09:00:00Z</dcterms:modified>
</cp:coreProperties>
</file>