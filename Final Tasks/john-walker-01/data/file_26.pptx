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Warm up</c:v>
                </c:pt>
                <c:pt idx="1">
                  <c:v>Skating</c:v>
                </c:pt>
                <c:pt idx="2">
                  <c:v>Skills</c:v>
                </c:pt>
                <c:pt idx="3">
                  <c:v>Small games</c:v>
                </c:pt>
                <c:pt idx="4">
                  <c:v>Scrimmage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15</c:v>
                </c:pt>
                <c:pt idx="4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12191695" cy="109728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926080"/>
            <a:ext cx="502920" cy="502920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FD0E0"/>
                </a:solidFill>
                <a:latin typeface="Calibri"/>
              </a:rPr>
              <a:t>YOUTH HOCKEY, UNDER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Season Plan and Practice Philosophy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8803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How we run the bench, build the skills, and keep it fun. For the coaching staff and parents.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372"/>
                </a:solidFill>
                <a:latin typeface="Calibri"/>
              </a:rPr>
              <a:t>Capt. John Walker   |   City of Quincy Fire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we are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BFD0E0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3566160" cy="3017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1732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Skills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38528"/>
            <a:ext cx="3200400" cy="2377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Skating, passing, and habits before systems. Every player touches the puck every practice.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371600"/>
            <a:ext cx="3566160" cy="3017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71600"/>
            <a:ext cx="3566160" cy="457200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41732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Effort over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38528"/>
            <a:ext cx="3200400" cy="2377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We coach the compete level. Wins follow when the habits are there.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291840" cy="3017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291840" cy="457200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41732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Every player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938528"/>
            <a:ext cx="2926080" cy="2377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Fair ice, clear roles, and a place on the bench for every kid who shows 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 practice, broken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BFD0E0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371600"/>
          <a:ext cx="67665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736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Seventy five minutes, twice a week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Stations keep everyone moving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Small games teach reads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Scrimmage rewards the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season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BFD0E0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00400"/>
            <a:ext cx="10515600" cy="73152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3044952"/>
            <a:ext cx="164592" cy="384048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37744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Calibri"/>
              </a:rPr>
              <a:t>Sep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5661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6372"/>
                </a:solidFill>
                <a:latin typeface="Calibri"/>
              </a:rPr>
              <a:t>Tryouts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3044952"/>
            <a:ext cx="164592" cy="384048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37744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Calibri"/>
              </a:rPr>
              <a:t>Oct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5661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6372"/>
                </a:solidFill>
                <a:latin typeface="Calibri"/>
              </a:rPr>
              <a:t>League start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3044952"/>
            <a:ext cx="164592" cy="384048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59" y="237744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Calibri"/>
              </a:rPr>
              <a:t>Nov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35661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6372"/>
                </a:solidFill>
                <a:latin typeface="Calibri"/>
              </a:rPr>
              <a:t>Mid season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3044952"/>
            <a:ext cx="164592" cy="384048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Calibri"/>
              </a:rPr>
              <a:t>Jan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5661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6372"/>
                </a:solidFill>
                <a:latin typeface="Calibri"/>
              </a:rPr>
              <a:t>Banquet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064240" y="3044952"/>
            <a:ext cx="164592" cy="384048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0" y="237744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Calibri"/>
              </a:rPr>
              <a:t>Mar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356616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6372"/>
                </a:solidFill>
                <a:latin typeface="Calibri"/>
              </a:rPr>
              <a:t>Playoffs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See you at the rink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BFD0E0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Practices Tuesday and Thursday. Games on the weekend. Helmets on, sticks down, let us go to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24B2F"/>
                </a:solidFill>
                <a:latin typeface="Calibri"/>
              </a:rPr>
              <a:t>Coach Walker and staff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John Walker</dc:creator>
  <cp:lastModifiedBy>John Walker</cp:lastModifiedBy>
  <cp:revision>1</cp:revision>
  <dcterms:created xsi:type="dcterms:W3CDTF">2026-02-10T09:00:00Z</dcterms:created>
  <dcterms:modified xsi:type="dcterms:W3CDTF">2026-02-10T09:00:00Z</dcterms:modified>
</cp:coreProperties>
</file>