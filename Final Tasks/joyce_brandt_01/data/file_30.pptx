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7222C"/>
                </a:solidFill>
                <a:latin typeface="Calibri"/>
              </a:rPr>
              <a:t>NEIGHBORHOOD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10241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Fourth of July Block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92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7EAEE"/>
                </a:solidFill>
                <a:latin typeface="Calibri"/>
              </a:rPr>
              <a:t>Joyce grills for half the block, Gloria runs the inside food. Light the grill at 1:00, eat around 2:00.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5532120"/>
            <a:ext cx="3840480" cy="27432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Sunday, July 4, 2027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The end of Sedgwick Street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ED4DA"/>
                </a:solidFill>
                <a:latin typeface="Calibri"/>
              </a:rPr>
              <a:t>Plan for about 40 people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MUCH FOOD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Headcount and the spread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Fourth of July block party  |  Sedgwick Street  |  Grill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603754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03754" cy="109728"/>
          </a:xfrm>
          <a:prstGeom prst="round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45745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82C51"/>
                </a:solidFill>
                <a:latin typeface="Calibri"/>
              </a:rPr>
              <a:t>40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People, about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2706" y="1417320"/>
            <a:ext cx="2603754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2706" y="1417320"/>
            <a:ext cx="2603754" cy="109728"/>
          </a:xfrm>
          <a:prstGeom prst="round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5858" y="1600200"/>
            <a:ext cx="245745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82C51"/>
                </a:solidFill>
                <a:latin typeface="Calibri"/>
              </a:rPr>
              <a:t>60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Burgers, hand-pattied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417320"/>
            <a:ext cx="2603754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2492" y="1417320"/>
            <a:ext cx="2603754" cy="109728"/>
          </a:xfrm>
          <a:prstGeom prst="round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5644" y="1600200"/>
            <a:ext cx="245745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82C51"/>
                </a:solidFill>
                <a:latin typeface="Calibr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Packs of brats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2278" y="1417320"/>
            <a:ext cx="2603754" cy="15544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2278" y="1417320"/>
            <a:ext cx="2603754" cy="109728"/>
          </a:xfrm>
          <a:prstGeom prst="round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30" y="1600200"/>
            <a:ext cx="245745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82C51"/>
                </a:solidFill>
                <a:latin typeface="Calibri"/>
              </a:rPr>
              <a:t>24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68"/>
                </a:solidFill>
                <a:latin typeface="Calibri"/>
              </a:rPr>
              <a:t>Hot dogs for the kids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46120"/>
            <a:ext cx="11155680" cy="3017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About 40 people, neighbors and the family. Plan for a few more, nobody goes home hungry.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60 burgers, hand-pattied from 80/20 chuck. Do not buy the frozen pucks.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Three packs of brats and two dozen hot dogs for the kids.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Chicken thighs with a low-salt rub for the no-red-meat folks. Gloria is watching the sodium.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500" b="0" i="0">
                <a:solidFill>
                  <a:srgbClr val="22262B"/>
                </a:solidFill>
                <a:latin typeface="Calibri"/>
              </a:rPr>
              <a:t>Corn on the cob goes on in the last hour so it stays hot for the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Run of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Fourth of July block party  |  Sedgwick Street  |  Grill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2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971032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L="73152" marR="73152" marT="18288" marB="18288">
                    <a:solidFill>
                      <a:srgbClr val="182C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73152" marR="73152" marT="18288" marB="18288">
                    <a:solidFill>
                      <a:srgbClr val="182C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 marL="73152" marR="73152" marT="18288" marB="18288">
                    <a:solidFill>
                      <a:srgbClr val="182C5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12:00 PM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Set up tables and the grill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Joyce and Danny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1:00 PM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Light the grill, burgers and brats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Joyce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1:45 PM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Corn and buns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Joyce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2:00 PM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Eat, first round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3:30 PM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Second round, hot dogs for the kids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Joyce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Dusk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Watch the salt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Gloria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168"/>
                </a:solidFill>
                <a:latin typeface="Calibri"/>
              </a:rPr>
              <a:t>Grill order: burgers and brats first, corn next, dogs held for the kids' second round. Keep a plate back for Eddie.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EVERYBODY PITCHES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Who brings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Fourth of July block party  |  Sedgwick Street  |  Grill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183112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871423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Person</a:t>
                      </a:r>
                    </a:p>
                  </a:txBody>
                  <a:tcPr anchor="ctr" marL="73152" marR="73152" marT="18288" marB="18288">
                    <a:solidFill>
                      <a:srgbClr val="182C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Bringing</a:t>
                      </a:r>
                    </a:p>
                  </a:txBody>
                  <a:tcPr anchor="ctr" marL="73152" marR="73152" marT="18288" marB="18288">
                    <a:solidFill>
                      <a:srgbClr val="182C5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Joyce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The whole grill: burgers, brats, dogs, chicken, corn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Gloria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Potato salad, pasta salad, and the inside food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Sarah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Watermelon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Nicole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Dessert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Danny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Ice and drinks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22262B"/>
                          </a:solidFill>
                          <a:latin typeface="Calibri"/>
                        </a:rPr>
                        <a:t>Coolers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2262B"/>
                          </a:solidFill>
                          <a:latin typeface="Calibri"/>
                        </a:rPr>
                        <a:t>Domestic and local lager; lemonade and pop for the kids</a:t>
                      </a:r>
                    </a:p>
                  </a:txBody>
                  <a:tcPr anchor="ctr" marL="73152" marR="73152" marT="18288" marB="18288"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168"/>
                </a:solidFill>
                <a:latin typeface="Calibri"/>
              </a:rPr>
              <a:t>If a neighbor asks what to bring, point them at sides or a bag of ice. We are covered on meat.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B7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 lIns="45720" rIns="45720" tIns="0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GET IT SATURDAY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Supply and shopping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182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Fourth of July block party  |  Sedgwick Street  |  Grill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Meat: 15 lb of 80/20 chuck, three packs of brats, two dozen hot dogs, a tray of chicken thighs.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Bread: 60 burger buns, brat rolls, hot dog buns. Grab a few extra.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Produce: corn on the cob, a couple of watermelons, lettuce, tomato, onion.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Condiments: ketchup, mustard, relish, pickles, the low-salt rub for the chicken.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Grill: full propane tank, spare tank from the garage, foil, long tongs, a fresh wire brush.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Drinks and ice: two coolers of lager, lemonade and pop for the kids, four bags of 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82C51"/>
                </a:solidFill>
                <a:latin typeface="Calibri"/>
              </a:rPr>
              <a:t>|  </a:t>
            </a:r>
            <a:r>
              <a:rPr sz="1450" b="0" i="0">
                <a:solidFill>
                  <a:srgbClr val="22262B"/>
                </a:solidFill>
                <a:latin typeface="Calibri"/>
              </a:rPr>
              <a:t>Paper goods: sturdy plates, cups, napkins, forks, two rolls of paper towels, a couple of trash bags.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