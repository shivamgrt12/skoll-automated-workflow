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6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3A5B"/>
                </a:solidFill>
                <a:latin typeface="Calibri"/>
              </a:rPr>
              <a:t>MILLVALE YOUTH BASEBALL LEAGUE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1024128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2025 Season in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69264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E7EAEE"/>
                </a:solidFill>
                <a:latin typeface="Calibri"/>
              </a:rPr>
              <a:t>Millvale Reds, ages 7 to 10. A look back at the year, the kids, and what we build on for 2027.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5532120"/>
            <a:ext cx="3840480" cy="27432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669280"/>
            <a:ext cx="10424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ED4DA"/>
                </a:solidFill>
                <a:latin typeface="Calibri"/>
              </a:rPr>
              <a:t>Prepared by Coach Joyce Brandt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ED4DA"/>
                </a:solidFill>
                <a:latin typeface="Calibri"/>
              </a:rPr>
              <a:t>Home field: Millvale Community Park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ED4DA"/>
                </a:solidFill>
                <a:latin typeface="Calibri"/>
              </a:rPr>
              <a:t>118 Sedgwick Street, Millvale, PA 15209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6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lIns="45720" rIns="45720" tIns="0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WHERE WE LANDED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season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A6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Millvale Reds  |  Coach Joyce Brandt  |  2025 Season in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031796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031796" cy="10972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00200"/>
            <a:ext cx="1885492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A61B29"/>
                </a:solidFill>
                <a:latin typeface="Calibri"/>
              </a:rPr>
              <a:t>.372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168"/>
                </a:solidFill>
                <a:latin typeface="Calibri"/>
              </a:rPr>
              <a:t>Team batting average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0748" y="1417320"/>
            <a:ext cx="2031796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90748" y="1417320"/>
            <a:ext cx="2031796" cy="10972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3900" y="1600200"/>
            <a:ext cx="1885492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A61B29"/>
                </a:solidFill>
                <a:latin typeface="Calibri"/>
              </a:rPr>
              <a:t>14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168"/>
                </a:solidFill>
                <a:latin typeface="Calibri"/>
              </a:rPr>
              <a:t>Games played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8577" y="1417320"/>
            <a:ext cx="2031796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8577" y="1417320"/>
            <a:ext cx="2031796" cy="10972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1729" y="1600200"/>
            <a:ext cx="1885492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A61B29"/>
                </a:solidFill>
                <a:latin typeface="Calibri"/>
              </a:rPr>
              <a:t>11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168"/>
                </a:solidFill>
                <a:latin typeface="Calibri"/>
              </a:rPr>
              <a:t>Kids on the roster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6406" y="1417320"/>
            <a:ext cx="2031796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66406" y="1417320"/>
            <a:ext cx="2031796" cy="10972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9558" y="1600200"/>
            <a:ext cx="1885492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A61B29"/>
                </a:solidFill>
                <a:latin typeface="Calibri"/>
              </a:rPr>
              <a:t>9-4-1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168"/>
                </a:solidFill>
                <a:latin typeface="Calibri"/>
              </a:rPr>
              <a:t>Final record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54235" y="1417320"/>
            <a:ext cx="2031796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54235" y="1417320"/>
            <a:ext cx="2031796" cy="10972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7387" y="1600200"/>
            <a:ext cx="1885492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A61B29"/>
                </a:solidFill>
                <a:latin typeface="Calibri"/>
              </a:rPr>
              <a:t>2nd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168"/>
                </a:solidFill>
                <a:latin typeface="Calibri"/>
              </a:rPr>
              <a:t>In the division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246120"/>
            <a:ext cx="11155680" cy="2926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We played 14 games, finished 9-4-1, and took second in the division.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Eleven kids on the roster, and every one of them played every game.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Team batting average landed at .372. Good top of the order, and the bottom of the lineup put the ball in play.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Lost the semifinal by a run. Nobody hung their head. That is the group I wanted.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The goal was simple and we hit it: every kid gets real innings and real at-bats.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6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lIns="45720" rIns="45720" tIns="0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REGULAR SEASON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Batting, regular season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A6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Millvale Reds  |  Coach Joyce Brandt  |  2025 Season in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10268712" cy="4169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0632"/>
                <a:gridCol w="914400"/>
                <a:gridCol w="914400"/>
                <a:gridCol w="1097280"/>
                <a:gridCol w="1097280"/>
                <a:gridCol w="1188720"/>
                <a:gridCol w="109728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Player</a:t>
                      </a:r>
                    </a:p>
                  </a:txBody>
                  <a:tcPr anchor="ctr" marL="73152" marR="73152" marT="18288" marB="18288">
                    <a:solidFill>
                      <a:srgbClr val="A61B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 anchor="ctr" marL="73152" marR="73152" marT="18288" marB="18288">
                    <a:solidFill>
                      <a:srgbClr val="A61B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GP</a:t>
                      </a:r>
                    </a:p>
                  </a:txBody>
                  <a:tcPr anchor="ctr" marL="73152" marR="73152" marT="18288" marB="18288">
                    <a:solidFill>
                      <a:srgbClr val="A61B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AB</a:t>
                      </a:r>
                    </a:p>
                  </a:txBody>
                  <a:tcPr anchor="ctr" marL="73152" marR="73152" marT="18288" marB="18288">
                    <a:solidFill>
                      <a:srgbClr val="A61B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anchor="ctr" marL="73152" marR="73152" marT="18288" marB="18288">
                    <a:solidFill>
                      <a:srgbClr val="A61B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AVG</a:t>
                      </a:r>
                    </a:p>
                  </a:txBody>
                  <a:tcPr anchor="ctr" marL="73152" marR="73152" marT="18288" marB="18288">
                    <a:solidFill>
                      <a:srgbClr val="A61B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anchor="ctr" marL="73152" marR="73152" marT="18288" marB="18288">
                    <a:solidFill>
                      <a:srgbClr val="A61B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RBI</a:t>
                      </a:r>
                    </a:p>
                  </a:txBody>
                  <a:tcPr anchor="ctr" marL="73152" marR="73152" marT="18288" marB="18288">
                    <a:solidFill>
                      <a:srgbClr val="A61B29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2262B"/>
                          </a:solidFill>
                          <a:latin typeface="Calibri"/>
                        </a:rPr>
                        <a:t>Owen McBride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.452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2262B"/>
                          </a:solidFill>
                          <a:latin typeface="Calibri"/>
                        </a:rPr>
                        <a:t>Ava Russo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.450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2262B"/>
                          </a:solidFill>
                          <a:latin typeface="Calibri"/>
                        </a:rPr>
                        <a:t>Mason Kowalski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.395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2262B"/>
                          </a:solidFill>
                          <a:latin typeface="Calibri"/>
                        </a:rPr>
                        <a:t>Tyler Nowak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.390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2262B"/>
                          </a:solidFill>
                          <a:latin typeface="Calibri"/>
                        </a:rPr>
                        <a:t>Jack Pulaski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.389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2262B"/>
                          </a:solidFill>
                          <a:latin typeface="Calibri"/>
                        </a:rPr>
                        <a:t>Sophia Marsh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.343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2262B"/>
                          </a:solidFill>
                          <a:latin typeface="Calibri"/>
                        </a:rPr>
                        <a:t>Noah Delgado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.333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2262B"/>
                          </a:solidFill>
                          <a:latin typeface="Calibri"/>
                        </a:rPr>
                        <a:t>Caleb Hoffman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.333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2262B"/>
                          </a:solidFill>
                          <a:latin typeface="Calibri"/>
                        </a:rPr>
                        <a:t>Liam O'Hara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.326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2262B"/>
                          </a:solidFill>
                          <a:latin typeface="Calibri"/>
                        </a:rPr>
                        <a:t>Lucas Brenner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.333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2262B"/>
                          </a:solidFill>
                          <a:latin typeface="Calibri"/>
                        </a:rPr>
                        <a:t>Henry Vance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.341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6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TEAM TOTALS</a:t>
                      </a:r>
                    </a:p>
                  </a:txBody>
                  <a:tcPr anchor="ctr" marL="73152" marR="73152" marT="18288" marB="18288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 marR="73152" marT="18288" marB="18288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430</a:t>
                      </a:r>
                    </a:p>
                  </a:txBody>
                  <a:tcPr anchor="ctr" marL="73152" marR="73152" marT="18288" marB="18288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anchor="ctr" marL="73152" marR="73152" marT="18288" marB="18288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.372</a:t>
                      </a:r>
                    </a:p>
                  </a:txBody>
                  <a:tcPr anchor="ctr" marL="73152" marR="73152" marT="18288" marB="18288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anchor="ctr" marL="73152" marR="73152" marT="18288" marB="18288">
                    <a:solidFill>
                      <a:srgbClr val="1B3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anchor="ctr" marL="73152" marR="73152" marT="18288" marB="18288">
                    <a:solidFill>
                      <a:srgbClr val="1B3A5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168"/>
                </a:solidFill>
                <a:latin typeface="Calibri"/>
              </a:rPr>
              <a:t>AB at-bats, H hits, AVG average, R runs, RBI runs batted in. Owen and Ava carried the top of the order all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6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lIns="45720" rIns="45720" tIns="0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THE KIDS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Player spotlights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A6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Millvale Reds  |  Coach Joyce Brandt  |  2025 Season in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937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A61B29"/>
                </a:solidFill>
                <a:latin typeface="Calibri"/>
              </a:rPr>
              <a:t>Owen McBride, team captain, first base: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62B"/>
                </a:solidFill>
                <a:latin typeface="Calibri"/>
              </a:rPr>
              <a:t>-  Led the team at .452 and drove in 18. Steady glove at first, and the kids listen to him.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62B"/>
                </a:solidFill>
                <a:latin typeface="Calibri"/>
              </a:rPr>
              <a:t>-  Carries himself right. Moves up in the order and in leadership for 2027.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A61B29"/>
                </a:solidFill>
                <a:latin typeface="Calibri"/>
              </a:rPr>
              <a:t>Ava Russo, center field, fastest on the team: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62B"/>
                </a:solidFill>
                <a:latin typeface="Calibri"/>
              </a:rPr>
              <a:t>-  Hit .450 and scored a team-high 24 runs. If she reaches, she scores.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62B"/>
                </a:solidFill>
                <a:latin typeface="Calibri"/>
              </a:rPr>
              <a:t>-  Runs everything down in center. Turns singles into doubles.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A61B29"/>
                </a:solidFill>
                <a:latin typeface="Calibri"/>
              </a:rPr>
              <a:t>Tyler Nowak, pitcher: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62B"/>
                </a:solidFill>
                <a:latin typeface="Calibri"/>
              </a:rPr>
              <a:t>-  Ages up to the majors next year. Threw strikes all season and never showed a teammate up.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262B"/>
                </a:solidFill>
                <a:latin typeface="Calibri"/>
              </a:rPr>
              <a:t>-  He earns a proper sendoff at the picnic. He set the tone on this team.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6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lIns="45720" rIns="45720" tIns="0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ON THE MOUND AND IN THE FIELD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Pitching and fielding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A6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Millvale Reds  |  Coach Joyce Brandt  |  2025 Season in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4846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Tyler Nowak and Mason Kowalski split the innings on the mound. Tyler for control, Mason for a strong arm we are still teaching to aim.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Noah Delgado caught most of the year and blocked balls in the dirt. He needs new shin guards for 2027.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Owen McBride at first scooped a lot of bad throws and saved errors.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Ava Russo in center cut off gaps all season.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Fewest team errors of any year I have coached. We drilled the routine plays until they were boring, and then they were automatic in games.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Work list for next year: Mason's control, everybody covering the bag on steals, and hitting the cutoff man.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6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lIns="45720" rIns="45720" tIns="0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LOOKING AHEAD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What we build on for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A6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Millvale Reds  |  Coach Joyce Brandt  |  2025 Season in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4846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50" b="0" i="0">
                <a:solidFill>
                  <a:srgbClr val="22262B"/>
                </a:solidFill>
                <a:latin typeface="Calibri"/>
              </a:rPr>
              <a:t>Owen and Ava move up. They set the standard, and the younger kids will follow it.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50" b="0" i="0">
                <a:solidFill>
                  <a:srgbClr val="22262B"/>
                </a:solidFill>
                <a:latin typeface="Calibri"/>
              </a:rPr>
              <a:t>We welcome new, younger kids to the roster. First-year players get the same rule as everybody: they play.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50" b="0" i="0">
                <a:solidFill>
                  <a:srgbClr val="22262B"/>
                </a:solidFill>
                <a:latin typeface="Calibri"/>
              </a:rPr>
              <a:t>Opening day is Saturday, April 24, 2027 at Millvale Community Park.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50" b="0" i="0">
                <a:solidFill>
                  <a:srgbClr val="22262B"/>
                </a:solidFill>
                <a:latin typeface="Calibri"/>
              </a:rPr>
              <a:t>Keep the fundamentals boring and the games fun. At this age, if it stops being fun, they stop coming.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50" b="0" i="0">
                <a:solidFill>
                  <a:srgbClr val="22262B"/>
                </a:solidFill>
                <a:latin typeface="Calibri"/>
              </a:rPr>
              <a:t>Same coaching promise: every kid plays every game.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6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lIns="45720" rIns="45720" tIns="0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CREDIT WHERE IT IS DUE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Thank-yous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A6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Millvale Reds  |  Coach Joyce Brandt  |  2025 Season in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4846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To the parents: you got them to practice, packed the water, and cheered the right way. This does not run without you.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To Eddie Wojcik: ran the grill at every event and never let a kid go home hungry. Breakfast is on me Tuesday.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To Gloria: handled the awards table and the certificates, and put up with a coach who talks baseball at dinner. Forty-plus years of patience.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To the kids: you showed up, you worked, and you played the game the right way. Proud of every one of you.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A61B29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See you in the spring. - Coach Brandt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