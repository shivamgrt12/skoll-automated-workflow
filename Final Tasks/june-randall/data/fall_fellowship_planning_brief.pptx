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4034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2F4034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297680"/>
            <a:ext cx="146304" cy="1737360"/>
          </a:xfrm>
          <a:prstGeom prst="rect">
            <a:avLst/>
          </a:prstGeom>
          <a:solidFill>
            <a:srgbClr val="C2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2A14A"/>
                </a:solidFill>
                <a:latin typeface="Calibri"/>
              </a:rPr>
              <a:t>HOSPITALITY COMMITTEE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262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Fall Fellowship Reception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321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2F2"/>
                </a:solidFill>
                <a:latin typeface="Calibri"/>
              </a:rPr>
              <a:t>Planning brief, Saturday October 24, 2026, Fellowship Hall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53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C2A14A"/>
                </a:solidFill>
                <a:latin typeface="Calibri"/>
              </a:rPr>
              <a:t>Co-chairs June Randall and Loretta Simms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2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2A14A"/>
                </a:solidFill>
                <a:latin typeface="Calibri"/>
              </a:rPr>
              <a:t>RUN OF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Setting Up the Day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91640"/>
          <a:ext cx="10607039" cy="3566160"/>
        </p:xfrm>
        <a:graphic>
          <a:graphicData uri="http://schemas.openxmlformats.org/drawingml/2006/table">
            <a:tbl>
              <a:tblPr/>
              <a:tblGrid>
                <a:gridCol w="2214656"/>
                <a:gridCol w="4662435"/>
                <a:gridCol w="3729948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anchor="ctr" marL="91440" marR="73152" marT="27432" marB="27432">
                    <a:solidFill>
                      <a:srgbClr val="3C51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 anchor="ctr" marL="91440" marR="73152" marT="27432" marB="27432">
                    <a:solidFill>
                      <a:srgbClr val="3C51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 anchor="ctr" marL="91440" marR="73152" marT="27432" marB="27432">
                    <a:solidFill>
                      <a:srgbClr val="3C514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7:45 AM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Sound and chairs arrive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Curtis Mayhew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8:00 AM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Tables and setup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Loretta and Deacon Reese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9:00 AM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Kitchen staging begins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June Randall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10:30 AM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Beverages and welcome table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Renee Holloway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12:00 PM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Doors open, blessing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Pastor David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1:30 PM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Dessert table opens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Committee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2:45 PM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Cleanup begins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Otis Freeman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Fall Fellowship Reception  |  New Covenant Methodist Church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2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2A14A"/>
                </a:solidFill>
                <a:latin typeface="Calibri"/>
              </a:rPr>
              <a:t>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Welcome Table Sets the Tone</a:t>
            </a:r>
          </a:p>
        </p:txBody>
      </p:sp>
      <p:pic>
        <p:nvPicPr>
          <p:cNvPr id="7" name="Picture 6" descr="fl_tea_fe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507492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783080"/>
            <a:ext cx="5074920" cy="4160520"/>
          </a:xfrm>
          <a:prstGeom prst="rect">
            <a:avLst/>
          </a:prstGeom>
          <a:noFill/>
          <a:ln w="12700">
            <a:solidFill>
              <a:srgbClr val="2F4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2F4034"/>
                </a:solidFill>
                <a:latin typeface="Calibri"/>
              </a:rPr>
              <a:t>Iced tea, lemonade, and coffee, ready before noon.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C5142"/>
                </a:solidFill>
                <a:latin typeface="Calibri"/>
              </a:rPr>
              <a:t>•  Doors open at twelve, Pastor David gives the blessing.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C5142"/>
                </a:solidFill>
                <a:latin typeface="Calibri"/>
              </a:rPr>
              <a:t>•  Flowers and programs on the welcome table.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C5142"/>
                </a:solidFill>
                <a:latin typeface="Calibri"/>
              </a:rPr>
              <a:t>•  Renee Holloway greets as guests arrive.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Fall Fellowship Reception  |  New Covenant Methodist Church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2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2A14A"/>
                </a:solidFill>
                <a:latin typeface="Calibri"/>
              </a:rPr>
              <a:t>THE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Dish Assignments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91640"/>
          <a:ext cx="10607039" cy="3255264"/>
        </p:xfrm>
        <a:graphic>
          <a:graphicData uri="http://schemas.openxmlformats.org/drawingml/2006/table">
            <a:tbl>
              <a:tblPr/>
              <a:tblGrid>
                <a:gridCol w="4656749"/>
                <a:gridCol w="4139332"/>
                <a:gridCol w="1810958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Dish</a:t>
                      </a:r>
                    </a:p>
                  </a:txBody>
                  <a:tcPr anchor="ctr" marL="91440" marR="73152" marT="27432" marB="27432">
                    <a:solidFill>
                      <a:srgbClr val="3C51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Brought by</a:t>
                      </a:r>
                    </a:p>
                  </a:txBody>
                  <a:tcPr anchor="ctr" marL="91440" marR="73152" marT="27432" marB="27432">
                    <a:solidFill>
                      <a:srgbClr val="3C51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Servings</a:t>
                      </a:r>
                    </a:p>
                  </a:txBody>
                  <a:tcPr anchor="ctr" marL="91440" marR="73152" marT="27432" marB="27432">
                    <a:solidFill>
                      <a:srgbClr val="3C51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Baked ham, center dish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Committee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Mac and cheese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June Randall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Collard greens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Gloria Pruitt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Cornbread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Sandra Whitfield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Sweet potato pie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Yvette Carrington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Iced tea and lemonade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Theodore Banks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Fall Fellowship Reception  |  New Covenant Methodist Church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2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2A14A"/>
                </a:solidFill>
                <a:latin typeface="Calibri"/>
              </a:rPr>
              <a:t>COMFORT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Made for a Crowd</a:t>
            </a:r>
          </a:p>
        </p:txBody>
      </p:sp>
      <p:pic>
        <p:nvPicPr>
          <p:cNvPr id="7" name="Picture 6" descr="fl_food_fe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507492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783080"/>
            <a:ext cx="5074920" cy="4160520"/>
          </a:xfrm>
          <a:prstGeom prst="rect">
            <a:avLst/>
          </a:prstGeom>
          <a:noFill/>
          <a:ln w="12700">
            <a:solidFill>
              <a:srgbClr val="2F40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2F4034"/>
                </a:solidFill>
                <a:latin typeface="Calibri"/>
              </a:rPr>
              <a:t>Shared, home cooked dishes the congregation knows by heart.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C5142"/>
                </a:solidFill>
                <a:latin typeface="Calibri"/>
              </a:rPr>
              <a:t>•  The reception centers on the dishes people ask for.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C5142"/>
                </a:solidFill>
                <a:latin typeface="Calibri"/>
              </a:rPr>
              <a:t>•  Two warming trays stay running for the ham and the greens.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C5142"/>
                </a:solidFill>
                <a:latin typeface="Calibri"/>
              </a:rPr>
              <a:t>•  Receipts go to June for the committee reimbursement 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Fall Fellowship Reception  |  New Covenant Methodist Church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2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2A14A"/>
                </a:solidFill>
                <a:latin typeface="Calibri"/>
              </a:rPr>
              <a:t>BUDGET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Tracking Under $220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91640"/>
          <a:ext cx="7315200" cy="3712464"/>
        </p:xfrm>
        <a:graphic>
          <a:graphicData uri="http://schemas.openxmlformats.org/drawingml/2006/table">
            <a:tbl>
              <a:tblPr/>
              <a:tblGrid>
                <a:gridCol w="5283200"/>
                <a:gridCol w="20320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 anchor="ctr" marL="91440" marR="73152" marT="27432" marB="27432">
                    <a:solidFill>
                      <a:srgbClr val="3C51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91440" marR="73152" marT="27432" marB="27432">
                    <a:solidFill>
                      <a:srgbClr val="3C51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Paper goods and serveware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$48.00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Decorations and table linens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$35.00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Beverages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$40.00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Ham, centerpiece dish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$52.00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Flowers for welcome table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$25.00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F4034"/>
                          </a:solidFill>
                          <a:latin typeface="Calibri"/>
                        </a:rPr>
                        <a:t>Total spend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$200.00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F4034"/>
                          </a:solidFill>
                          <a:latin typeface="Calibri"/>
                        </a:rPr>
                        <a:t>Remaining of $220 budget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F4034"/>
                          </a:solidFill>
                          <a:latin typeface="Calibri"/>
                        </a:rPr>
                        <a:t>$20.00</a:t>
                      </a:r>
                    </a:p>
                  </a:txBody>
                  <a:tcPr anchor="ctr" marL="91440" marR="73152" marT="27432" marB="27432">
                    <a:solidFill>
                      <a:srgbClr val="EEF2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989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7A6F"/>
                </a:solidFill>
                <a:latin typeface="Calibri"/>
              </a:rPr>
              <a:t>Approved committee budget is $220. Printed programs covered by the church office.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Fall Fellowship Reception  |  New Covenant Methodist Church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463040"/>
            <a:ext cx="146304" cy="1280160"/>
          </a:xfrm>
          <a:prstGeom prst="rect">
            <a:avLst/>
          </a:prstGeom>
          <a:solidFill>
            <a:srgbClr val="C2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2A14A"/>
                </a:solidFill>
                <a:latin typeface="Calibri"/>
              </a:rPr>
              <a:t>STANDING REMINDERS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Before the Doors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966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Keep two warming trays running for the ham and the greens.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Receipts to June for the committee reimbursement form.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Confirm the greeter slot Friday evening.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Hall cleared and returned to the trustees by 3:00 PM.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Fall Fellowship Reception  |  New Covenant Methodist Church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 Fellowship Reception</dc:title>
  <dc:subject>Fall Fellowship Reception</dc:subject>
  <dc:creator>June Randall</dc:creator>
  <cp:keywords/>
  <dc:description/>
  <cp:lastModifiedBy>June Randall</cp:lastModifiedBy>
  <cp:revision>1</cp:revision>
  <dcterms:created xsi:type="dcterms:W3CDTF">2026-10-19T09:00:00Z</dcterms:created>
  <dcterms:modified xsi:type="dcterms:W3CDTF">2026-10-20T18:30:00Z</dcterms:modified>
  <cp:category/>
</cp:coreProperties>
</file>