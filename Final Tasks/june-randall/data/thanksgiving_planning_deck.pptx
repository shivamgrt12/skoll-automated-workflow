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g_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332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0"/>
            <a:ext cx="12191695" cy="3017520"/>
          </a:xfrm>
          <a:prstGeom prst="rect">
            <a:avLst/>
          </a:prstGeom>
          <a:solidFill>
            <a:srgbClr val="5A3320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297680"/>
            <a:ext cx="146304" cy="1737360"/>
          </a:xfrm>
          <a:prstGeom prst="rect">
            <a:avLst/>
          </a:prstGeom>
          <a:solidFill>
            <a:srgbClr val="CF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1605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F8A3B"/>
                </a:solidFill>
                <a:latin typeface="Calibri"/>
              </a:rPr>
              <a:t>FAMILY GATHERING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2628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Thanksgiving at the Randalls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5321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2F2"/>
                </a:solidFill>
                <a:latin typeface="Calibri"/>
              </a:rPr>
              <a:t>Thursday, November 26, 2026, 4218 Sequoia Avenue, Baltimore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05332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CF8A3B"/>
                </a:solidFill>
                <a:latin typeface="Calibri"/>
              </a:rPr>
              <a:t>Doors at 2:00 PM, dinner at 4:00 PM   |   First gathering with Marcus home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5A3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10896"/>
            <a:ext cx="146304" cy="713232"/>
          </a:xfrm>
          <a:prstGeom prst="rect">
            <a:avLst/>
          </a:prstGeom>
          <a:solidFill>
            <a:srgbClr val="CF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74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F8A3B"/>
                </a:solidFill>
                <a:latin typeface="Calibri"/>
              </a:rPr>
              <a:t>THE MENU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6692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Who Brings What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691640"/>
          <a:ext cx="10607038" cy="3419856"/>
        </p:xfrm>
        <a:graphic>
          <a:graphicData uri="http://schemas.openxmlformats.org/drawingml/2006/table">
            <a:tbl>
              <a:tblPr/>
              <a:tblGrid>
                <a:gridCol w="3919993"/>
                <a:gridCol w="3228229"/>
                <a:gridCol w="1614114"/>
                <a:gridCol w="1844702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Dish</a:t>
                      </a:r>
                    </a:p>
                  </a:txBody>
                  <a:tcPr anchor="ctr" marL="91440" marR="73152" marT="27432" marB="27432">
                    <a:solidFill>
                      <a:srgbClr val="6B3F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Assigned to</a:t>
                      </a:r>
                    </a:p>
                  </a:txBody>
                  <a:tcPr anchor="ctr" marL="91440" marR="73152" marT="27432" marB="27432">
                    <a:solidFill>
                      <a:srgbClr val="6B3F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Servings</a:t>
                      </a:r>
                    </a:p>
                  </a:txBody>
                  <a:tcPr anchor="ctr" marL="91440" marR="73152" marT="27432" marB="27432">
                    <a:solidFill>
                      <a:srgbClr val="6B3F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 marL="91440" marR="73152" marT="27432" marB="27432">
                    <a:solidFill>
                      <a:srgbClr val="6B3F2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Roast turkey, grilled</a:t>
                      </a:r>
                    </a:p>
                  </a:txBody>
                  <a:tcPr anchor="ctr" marL="91440" marR="73152" marT="27432" marB="27432">
                    <a:solidFill>
                      <a:srgbClr val="F4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Samuel</a:t>
                      </a:r>
                    </a:p>
                  </a:txBody>
                  <a:tcPr anchor="ctr" marL="91440" marR="73152" marT="27432" marB="27432">
                    <a:solidFill>
                      <a:srgbClr val="F4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91440" marR="73152" marT="27432" marB="27432">
                    <a:solidFill>
                      <a:srgbClr val="F4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Bought</a:t>
                      </a:r>
                    </a:p>
                  </a:txBody>
                  <a:tcPr anchor="ctr" marL="91440" marR="73152" marT="27432" marB="27432">
                    <a:solidFill>
                      <a:srgbClr val="F4ECE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Baked mac and cheese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June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Bought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Cornbread</a:t>
                      </a:r>
                    </a:p>
                  </a:txBody>
                  <a:tcPr anchor="ctr" marL="91440" marR="73152" marT="27432" marB="27432">
                    <a:solidFill>
                      <a:srgbClr val="F4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June</a:t>
                      </a:r>
                    </a:p>
                  </a:txBody>
                  <a:tcPr anchor="ctr" marL="91440" marR="73152" marT="27432" marB="27432">
                    <a:solidFill>
                      <a:srgbClr val="F4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91440" marR="73152" marT="27432" marB="27432">
                    <a:solidFill>
                      <a:srgbClr val="F4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Bought</a:t>
                      </a:r>
                    </a:p>
                  </a:txBody>
                  <a:tcPr anchor="ctr" marL="91440" marR="73152" marT="27432" marB="27432">
                    <a:solidFill>
                      <a:srgbClr val="F4ECE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Collard greens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June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Bought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Sweet potato pie</a:t>
                      </a:r>
                    </a:p>
                  </a:txBody>
                  <a:tcPr anchor="ctr" marL="91440" marR="73152" marT="27432" marB="27432">
                    <a:solidFill>
                      <a:srgbClr val="F4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Marcus brings</a:t>
                      </a:r>
                    </a:p>
                  </a:txBody>
                  <a:tcPr anchor="ctr" marL="91440" marR="73152" marT="27432" marB="27432">
                    <a:solidFill>
                      <a:srgbClr val="F4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91440" marR="73152" marT="27432" marB="27432">
                    <a:solidFill>
                      <a:srgbClr val="F4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anchor="ctr" marL="91440" marR="73152" marT="27432" marB="27432">
                    <a:solidFill>
                      <a:srgbClr val="F4ECE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Potato salad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Karen brings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Confirmed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Green bean casserole</a:t>
                      </a:r>
                    </a:p>
                  </a:txBody>
                  <a:tcPr anchor="ctr" marL="91440" marR="73152" marT="27432" marB="27432">
                    <a:solidFill>
                      <a:srgbClr val="F4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Neighbor Gloria</a:t>
                      </a:r>
                    </a:p>
                  </a:txBody>
                  <a:tcPr anchor="ctr" marL="91440" marR="73152" marT="27432" marB="27432">
                    <a:solidFill>
                      <a:srgbClr val="F4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73152" marT="27432" marB="27432">
                    <a:solidFill>
                      <a:srgbClr val="F4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Confirmed</a:t>
                      </a:r>
                    </a:p>
                  </a:txBody>
                  <a:tcPr anchor="ctr" marL="91440" marR="73152" marT="27432" marB="27432">
                    <a:solidFill>
                      <a:srgbClr val="F4ECE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A3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Thanksgiving at the Randalls  |  4218 Sequoia Avenue, Baltimore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583680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5A3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10896"/>
            <a:ext cx="146304" cy="713232"/>
          </a:xfrm>
          <a:prstGeom prst="rect">
            <a:avLst/>
          </a:prstGeom>
          <a:solidFill>
            <a:srgbClr val="CF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74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F8A3B"/>
                </a:solidFill>
                <a:latin typeface="Calibri"/>
              </a:rPr>
              <a:t>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6692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Kitchen Starts Wednesday</a:t>
            </a:r>
          </a:p>
        </p:txBody>
      </p:sp>
      <p:pic>
        <p:nvPicPr>
          <p:cNvPr id="7" name="Picture 6" descr="tg_prep_fe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83080"/>
            <a:ext cx="5074920" cy="4160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55080" y="1783080"/>
            <a:ext cx="5074920" cy="4160520"/>
          </a:xfrm>
          <a:prstGeom prst="rect">
            <a:avLst/>
          </a:prstGeom>
          <a:noFill/>
          <a:ln w="12700">
            <a:solidFill>
              <a:srgbClr val="5A33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52120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>
                <a:solidFill>
                  <a:srgbClr val="5A3320"/>
                </a:solidFill>
                <a:latin typeface="Calibri"/>
              </a:rPr>
              <a:t>Done the night before, so Thursday stays calm.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6B3F27"/>
                </a:solidFill>
                <a:latin typeface="Calibri"/>
              </a:rPr>
              <a:t>•  Cornbread and pies baked, greens prepped, table set.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6B3F27"/>
                </a:solidFill>
                <a:latin typeface="Calibri"/>
              </a:rPr>
              <a:t>•  Thursday morning the turkey goes on the grill by 11:00 AM.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6B3F27"/>
                </a:solidFill>
                <a:latin typeface="Calibri"/>
              </a:rPr>
              <a:t>•  Samuel handles the turkey, oven as backup if weather turns.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A3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Thanksgiving at the Randalls  |  4218 Sequoia Avenue, Baltimore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583680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5A3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10896"/>
            <a:ext cx="146304" cy="713232"/>
          </a:xfrm>
          <a:prstGeom prst="rect">
            <a:avLst/>
          </a:prstGeom>
          <a:solidFill>
            <a:srgbClr val="CF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74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F8A3B"/>
                </a:solidFill>
                <a:latin typeface="Calibri"/>
              </a:rPr>
              <a:t>GUEST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6692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Fourteen at the Table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691640"/>
          <a:ext cx="7772400" cy="3712464"/>
        </p:xfrm>
        <a:graphic>
          <a:graphicData uri="http://schemas.openxmlformats.org/drawingml/2006/table">
            <a:tbl>
              <a:tblPr/>
              <a:tblGrid>
                <a:gridCol w="6217920"/>
                <a:gridCol w="1554480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Guests</a:t>
                      </a:r>
                    </a:p>
                  </a:txBody>
                  <a:tcPr anchor="ctr" marL="91440" marR="73152" marT="27432" marB="27432">
                    <a:solidFill>
                      <a:srgbClr val="6B3F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anchor="ctr" marL="91440" marR="73152" marT="27432" marB="27432">
                    <a:solidFill>
                      <a:srgbClr val="6B3F2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Randall household, June, Samuel, Brianna, Marcus</a:t>
                      </a:r>
                    </a:p>
                  </a:txBody>
                  <a:tcPr anchor="ctr" marL="91440" marR="73152" marT="27432" marB="27432">
                    <a:solidFill>
                      <a:srgbClr val="F4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91440" marR="73152" marT="27432" marB="27432">
                    <a:solidFill>
                      <a:srgbClr val="F4ECE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Lauren, traveling from Chicago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Karen Mitchell, from Richmond</a:t>
                      </a:r>
                    </a:p>
                  </a:txBody>
                  <a:tcPr anchor="ctr" marL="91440" marR="73152" marT="27432" marB="27432">
                    <a:solidFill>
                      <a:srgbClr val="F4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73152" marT="27432" marB="27432">
                    <a:solidFill>
                      <a:srgbClr val="F4ECE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Neighbor Gloria Pruitt and family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Church friends, the Simms</a:t>
                      </a:r>
                    </a:p>
                  </a:txBody>
                  <a:tcPr anchor="ctr" marL="91440" marR="73152" marT="27432" marB="27432">
                    <a:solidFill>
                      <a:srgbClr val="F4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R="73152" marT="27432" marB="27432">
                    <a:solidFill>
                      <a:srgbClr val="F4ECE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Deacon Reese and family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5A3320"/>
                          </a:solidFill>
                          <a:latin typeface="Calibri"/>
                        </a:rPr>
                        <a:t>Total expected</a:t>
                      </a:r>
                    </a:p>
                  </a:txBody>
                  <a:tcPr anchor="ctr" marL="91440" marR="73152" marT="27432" marB="27432">
                    <a:solidFill>
                      <a:srgbClr val="F4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91440" marR="73152" marT="27432" marB="27432">
                    <a:solidFill>
                      <a:srgbClr val="F4ECE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A3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Thanksgiving at the Randalls  |  4218 Sequoia Avenue, Baltimore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583680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5A3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10896"/>
            <a:ext cx="146304" cy="713232"/>
          </a:xfrm>
          <a:prstGeom prst="rect">
            <a:avLst/>
          </a:prstGeom>
          <a:solidFill>
            <a:srgbClr val="CF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74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F8A3B"/>
                </a:solidFill>
                <a:latin typeface="Calibri"/>
              </a:rPr>
              <a:t>DESSERT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6692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Save Room</a:t>
            </a:r>
          </a:p>
        </p:txBody>
      </p:sp>
      <p:pic>
        <p:nvPicPr>
          <p:cNvPr id="7" name="Picture 6" descr="tg_pie_fe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83080"/>
            <a:ext cx="5074920" cy="4160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55080" y="1783080"/>
            <a:ext cx="5074920" cy="4160520"/>
          </a:xfrm>
          <a:prstGeom prst="rect">
            <a:avLst/>
          </a:prstGeom>
          <a:noFill/>
          <a:ln w="12700">
            <a:solidFill>
              <a:srgbClr val="5A33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52120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>
                <a:solidFill>
                  <a:srgbClr val="5A3320"/>
                </a:solidFill>
                <a:latin typeface="Calibri"/>
              </a:rPr>
              <a:t>Sweet potato pie and lemon bars when the coffee comes out.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6B3F27"/>
                </a:solidFill>
                <a:latin typeface="Calibri"/>
              </a:rPr>
              <a:t>•  Marcus brings the pie home from Ridgewater.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6B3F27"/>
                </a:solidFill>
                <a:latin typeface="Calibri"/>
              </a:rPr>
              <a:t>•  Neighbors and church friends welcome for dessert and coffee.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6B3F27"/>
                </a:solidFill>
                <a:latin typeface="Calibri"/>
              </a:rPr>
              <a:t>•  Strong tea poured all afternoon.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A3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Thanksgiving at the Randalls  |  4218 Sequoia Avenue, Baltimore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583680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5A3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10896"/>
            <a:ext cx="146304" cy="713232"/>
          </a:xfrm>
          <a:prstGeom prst="rect">
            <a:avLst/>
          </a:prstGeom>
          <a:solidFill>
            <a:srgbClr val="CF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74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F8A3B"/>
                </a:solidFill>
                <a:latin typeface="Calibri"/>
              </a:rPr>
              <a:t>KITCHEN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6692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Three Days, One Dinner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691640"/>
          <a:ext cx="10607039" cy="2706623"/>
        </p:xfrm>
        <a:graphic>
          <a:graphicData uri="http://schemas.openxmlformats.org/drawingml/2006/table">
            <a:tbl>
              <a:tblPr/>
              <a:tblGrid>
                <a:gridCol w="3228229"/>
                <a:gridCol w="7378810"/>
              </a:tblGrid>
              <a:tr h="585215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anchor="ctr" marL="91440" marR="73152" marT="27432" marB="27432">
                    <a:solidFill>
                      <a:srgbClr val="6B3F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anchor="ctr" marL="91440" marR="73152" marT="27432" marB="27432">
                    <a:solidFill>
                      <a:srgbClr val="6B3F2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Tuesday</a:t>
                      </a:r>
                    </a:p>
                  </a:txBody>
                  <a:tcPr anchor="ctr" marL="91440" marR="73152" marT="27432" marB="27432">
                    <a:solidFill>
                      <a:srgbClr val="F4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Grocery run and brine the turkey</a:t>
                      </a:r>
                    </a:p>
                  </a:txBody>
                  <a:tcPr anchor="ctr" marL="91440" marR="73152" marT="27432" marB="27432">
                    <a:solidFill>
                      <a:srgbClr val="F4ECE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Wednesday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Bake cornbread and pies, prep greens, set the table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Thursday morning</a:t>
                      </a:r>
                    </a:p>
                  </a:txBody>
                  <a:tcPr anchor="ctr" marL="91440" marR="73152" marT="27432" marB="27432">
                    <a:solidFill>
                      <a:srgbClr val="F4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Turkey on the grill by 11:00 AM, sides staged</a:t>
                      </a:r>
                    </a:p>
                  </a:txBody>
                  <a:tcPr anchor="ctr" marL="91440" marR="73152" marT="27432" marB="27432">
                    <a:solidFill>
                      <a:srgbClr val="F4ECE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4:00 PM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A3320"/>
                          </a:solidFill>
                          <a:latin typeface="Calibri"/>
                        </a:rPr>
                        <a:t>Blessing, then we eat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A3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Thanksgiving at the Randalls  |  4218 Sequoia Avenue, Baltimore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583680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3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1463040"/>
            <a:ext cx="146304" cy="1280160"/>
          </a:xfrm>
          <a:prstGeom prst="rect">
            <a:avLst/>
          </a:prstGeom>
          <a:solidFill>
            <a:srgbClr val="CF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F8A3B"/>
                </a:solidFill>
                <a:latin typeface="Calibri"/>
              </a:rPr>
              <a:t>AT THE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A Table Worth Gathering Around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71800"/>
            <a:ext cx="99669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00" b="0">
                <a:solidFill>
                  <a:srgbClr val="EEF0F2"/>
                </a:solidFill>
                <a:latin typeface="Calibri"/>
              </a:rPr>
              <a:t>•  Strong tea, family recipes, and no phones at the table.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00" b="0">
                <a:solidFill>
                  <a:srgbClr val="EEF0F2"/>
                </a:solidFill>
                <a:latin typeface="Calibri"/>
              </a:rPr>
              <a:t>•  Yes, that means you, Brianna.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00" b="0">
                <a:solidFill>
                  <a:srgbClr val="EEF0F2"/>
                </a:solidFill>
                <a:latin typeface="Calibri"/>
              </a:rPr>
              <a:t>•  Neighbors and church friends, come for dessert after dinner.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00" b="0">
                <a:solidFill>
                  <a:srgbClr val="EEF0F2"/>
                </a:solidFill>
                <a:latin typeface="Calibri"/>
              </a:rPr>
              <a:t>•  Family and friends both have a seat at this 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5A3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Thanksgiving at the Randalls  |  4218 Sequoia Avenue, Baltimore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583680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Thanksgiving at the Randalls</dc:title>
  <dc:subject>Thanksgiving at the Randalls</dc:subject>
  <dc:creator>June Randall</dc:creator>
  <cp:keywords/>
  <dc:description/>
  <cp:lastModifiedBy>June Randall</cp:lastModifiedBy>
  <cp:revision>1</cp:revision>
  <dcterms:created xsi:type="dcterms:W3CDTF">2026-10-19T09:00:00Z</dcterms:created>
  <dcterms:modified xsi:type="dcterms:W3CDTF">2026-10-20T18:30:00Z</dcterms:modified>
  <cp:category/>
</cp:coreProperties>
</file>