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194560" cy="5486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5651D"/>
                </a:solidFill>
                <a:latin typeface="Calibri"/>
              </a:rPr>
              <a:t>KEYNOTE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1F4E5F"/>
                </a:solidFill>
                <a:latin typeface="Calibri Light"/>
              </a:rPr>
              <a:t>Language as Medicine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Reducing Stigma in Underserved Psychiatric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10515600" cy="36576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Karen M. Bell, PMHNP-BC  |  Bell Behavioral Health, Fort Lauderdale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karen.bell@voissync.ai    karenbellpmhnp.com    (954) 555-0131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Room I Walk Into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A patient arrives late, guarded, and accompanied by a family member who answers for them.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In many communities I serve, mental illness has long been met with silence and prayer rather than assessment.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That history is not a deficit to be corrected. It is context to be understood.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Suffering is communal before it is individual, and the visit has to begin there.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828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privatization of pain is one of the great quiet violences of American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4805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A working belief, carried into every visit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What Stigma Actually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Late presentation, after months or years of carrying symptoms alone.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Guardedness that reads as noncompliance when it is really self protection.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Early discontinuation, often before a medication has had time to work.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A treatment plan that never survives contact with the family table at home.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82296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37744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Cultural Formulation, in Four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Four Working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What does this person believe is wrong, in their own words, before any label is offered.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Who else holds a stake in the explanation, since the family often decides what survives daily life.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What has already been tried, including faith, herbal, and informal supports that deserve respect.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What would count as getting better, measured by the patient life rather than a scale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Folded into the opening of a visit, these cost about four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Why Four Minutes Changes Adherence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Belief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When the explanation starts with the patient own words, the plan feels like theirs, not something done to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0138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0138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8738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Stakeholders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Naming who decides at home means the plan is built for the kitchen table, not just the consult room.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Shared Experiment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Framing an antidepressant start as a shared trial with a defined check in has reduced early discontinuation.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What the Practice Is Starting to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Framing initiation as a shared experiment with a clear check in point lowers early dropout.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Patients who name their own goal return for the second visit at a higher rate.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I am now tracking this formally through a structured chart review across the practice.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A multisite comparison through the Broward County Mental Health Coalition is under discussion.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828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Language is the treatment, not the wrapping around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4805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Karen M. Bell, PMHNP-BC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2194560" cy="54864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Karen M. Bell, PMHNP-BC, Bell Behavioral Health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Speaking on stigma, cultural formulation, and caregiving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karen.bell@voissync.ai     karenbellpmhnp.com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Booking and rider available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Karen M. Bell</dc:creator>
  <cp:keywords/>
  <dc:description/>
  <cp:lastModifiedBy>Karen M. Bell</cp:lastModifiedBy>
  <cp:revision>1</cp:revision>
  <dcterms:created xsi:type="dcterms:W3CDTF">2026-02-15T09:00:00Z</dcterms:created>
  <dcterms:modified xsi:type="dcterms:W3CDTF">2026-02-18T14:30:00Z</dcterms:modified>
  <cp:category/>
</cp:coreProperties>
</file>