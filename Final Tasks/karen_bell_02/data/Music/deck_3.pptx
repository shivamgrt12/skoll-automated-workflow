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Region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Region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Region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Region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Region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Region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Region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Region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Region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Region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Region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Region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Region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Regio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Region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Region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Region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Region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Region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Regio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Region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Region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Region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Region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2194560" cy="54864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5651D"/>
                </a:solidFill>
                <a:latin typeface="Calibri"/>
              </a:rPr>
              <a:t>GRAND ROUNDS, PSYCHIATRY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0789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1F4E5F"/>
                </a:solidFill>
                <a:latin typeface="Calibri Light"/>
              </a:rPr>
              <a:t>The Family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9875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5A5A5A"/>
                </a:solidFill>
                <a:latin typeface="Calibri"/>
              </a:rPr>
              <a:t>Why Treatment Plans Survive or Die at Home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212080"/>
            <a:ext cx="10515600" cy="36576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Karen M. Bell, PMHNP-BC  |  Bell Behavioral Health, Fort Lauderdale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Presented for clinical faculty and trainees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The Plan Leaves the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We write a plan in a quiet office and hand it to a life full of other people.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Whether it works is decided at the kitchen table, not the consult room.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Adherence is not a character trait. It is a negotiation the patient has at home.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If we do not ask who is at that table, we are guessing.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Who Holds a Stake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The Caregiver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The adult daughter who manages the pillbox and drives to appointments has veto power we rarely acknowledge.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0138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60138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8738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The Elder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8738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An older relative whose blessing a treatment needs before it is trusted in the home.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6" y="1920240"/>
            <a:ext cx="3271418" cy="3840480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7316" y="1920240"/>
            <a:ext cx="3271418" cy="109728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5916" y="2240280"/>
            <a:ext cx="28142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F4E5F"/>
                </a:solidFill>
                <a:latin typeface="Calibri"/>
              </a:rPr>
              <a:t>The Provider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3154680"/>
            <a:ext cx="2814218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Us, when we remember that our authority ends where the patient daily life begins.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Intergenerational and Working-Class Trauma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Symptoms often carry a history older than the patient sitting in front of you.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Silence around mental illness was a survival strategy, not ignorance.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Naming that history with respect lowers the guard that blocks the medication conversation.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The goal is not to relabel the family. It is to bring them onto the same side as the plan.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146304" cy="86868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64008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Practical Asks at the Visit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572768"/>
            <a:ext cx="10058400" cy="27432"/>
          </a:xfrm>
          <a:prstGeom prst="rect">
            <a:avLst/>
          </a:prstGeom>
          <a:solidFill>
            <a:srgbClr val="EE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28800"/>
            <a:ext cx="9966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Ask who at home will see this plan and what they will think of it.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Offer a role to the caregiver so they are an ally, not an obstacle.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Translate the plan into the patient own words before they leave.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B5651D"/>
                </a:solidFill>
                <a:latin typeface="Calibri"/>
              </a:rPr>
              <a:t>-  </a:t>
            </a:r>
            <a:r>
              <a:rPr sz="1800">
                <a:solidFill>
                  <a:srgbClr val="1A1A1A"/>
                </a:solidFill>
                <a:latin typeface="Calibri"/>
              </a:rPr>
              <a:t>Set one concrete check in that the whole household can hold you 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64592" cy="1828800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966960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1F4E5F"/>
                </a:solidFill>
                <a:latin typeface="Calibri Light"/>
              </a:rPr>
              <a:t>A treatment plan survives or dies at the family 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48056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A5A5A"/>
                </a:solidFill>
                <a:latin typeface="Calibri"/>
              </a:rPr>
              <a:t>Karen M. Bell, PMHNP-BC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94560"/>
            <a:ext cx="2194560" cy="54864"/>
          </a:xfrm>
          <a:prstGeom prst="rect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Calibri Light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Karen M. Bell, PMHNP-BC, Bell Behavioral Health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Cultural formulation, caregiving, and adherence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karen.bell@voissync.ai     karenbellpmhnp.com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Karen M. Bell</dc:creator>
  <cp:keywords/>
  <dc:description/>
  <cp:lastModifiedBy>Karen M. Bell</cp:lastModifiedBy>
  <cp:revision>1</cp:revision>
  <dcterms:created xsi:type="dcterms:W3CDTF">2026-02-15T09:00:00Z</dcterms:created>
  <dcterms:modified xsi:type="dcterms:W3CDTF">2026-02-18T14:30:00Z</dcterms:modified>
  <cp:category/>
</cp:coreProperties>
</file>