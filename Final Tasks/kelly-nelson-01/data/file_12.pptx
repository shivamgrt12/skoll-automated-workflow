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89B3C"/>
                </a:solidFill>
                <a:latin typeface="Calibri"/>
              </a:rPr>
              <a:t>HARTFORD FOSTER FUTURES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Lighting the 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FD8E0"/>
                </a:solidFill>
                <a:latin typeface="Calibri"/>
              </a:rPr>
              <a:t>Annual Gala, October 17, 2026, Grace Community Church Hall. Sponsorship invitation.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20040"/>
            <a:ext cx="109728" cy="502920"/>
          </a:xfrm>
          <a:prstGeom prst="rect">
            <a:avLst/>
          </a:prstGeom>
          <a:solidFill>
            <a:srgbClr val="2C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74320"/>
            <a:ext cx="9144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Why this night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555555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6400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We are a volunteer run group serving youth connected to foster care in greater Hartford.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Founded in 2024, we run a monthly support group, quarterly community forums, and the work that holds a young person steady after the system has touched their life.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800" b="1">
                <a:solidFill>
                  <a:srgbClr val="1F2D3D"/>
                </a:solidFill>
                <a:latin typeface="Calibri"/>
              </a:rPr>
              <a:t>The gala funds the year. One night carries twelve months of showing up.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64592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80960" y="1645920"/>
            <a:ext cx="2468880" cy="109728"/>
          </a:xfrm>
          <a:prstGeom prst="rect">
            <a:avLst/>
          </a:prstGeom>
          <a:solidFill>
            <a:srgbClr val="2C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96596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F2D3D"/>
                </a:solidFill>
                <a:latin typeface="Calibri"/>
              </a:rPr>
              <a:t>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69748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Year founded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338328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80960" y="3383280"/>
            <a:ext cx="2468880" cy="109728"/>
          </a:xfrm>
          <a:prstGeom prst="rect">
            <a:avLst/>
          </a:prstGeom>
          <a:solidFill>
            <a:srgbClr val="2C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70332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F2D3D"/>
                </a:solidFill>
                <a:latin typeface="Calibri"/>
              </a:rPr>
              <a:t>1,100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43484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Community followers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20040"/>
            <a:ext cx="109728" cy="502920"/>
          </a:xfrm>
          <a:prstGeom prst="rect">
            <a:avLst/>
          </a:prstGeom>
          <a:solidFill>
            <a:srgbClr val="2C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74320"/>
            <a:ext cx="9144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The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555555"/>
                </a:solidFill>
                <a:latin typeface="Calibr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737360"/>
            <a:ext cx="2468880" cy="109728"/>
          </a:xfrm>
          <a:prstGeom prst="rect">
            <a:avLst/>
          </a:prstGeom>
          <a:solidFill>
            <a:srgbClr val="2C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F2D3D"/>
                </a:solidFill>
                <a:latin typeface="Calibri"/>
              </a:rPr>
              <a:t>$15,000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Fundraising goal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73736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737360"/>
            <a:ext cx="2468880" cy="109728"/>
          </a:xfrm>
          <a:prstGeom prst="rect">
            <a:avLst/>
          </a:prstGeom>
          <a:solidFill>
            <a:srgbClr val="2C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79" y="205740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F2D3D"/>
                </a:solidFill>
                <a:latin typeface="Calibri"/>
              </a:rPr>
              <a:t>$50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79" y="278892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Per ticket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73736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737360"/>
            <a:ext cx="2468880" cy="109728"/>
          </a:xfrm>
          <a:prstGeom prst="rect">
            <a:avLst/>
          </a:prstGeom>
          <a:solidFill>
            <a:srgbClr val="2C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05740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F2D3D"/>
                </a:solidFill>
                <a:latin typeface="Calibri"/>
              </a:rPr>
              <a:t>300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78892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Seats to fill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173736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40" y="1737360"/>
            <a:ext cx="2468880" cy="109728"/>
          </a:xfrm>
          <a:prstGeom prst="rect">
            <a:avLst/>
          </a:prstGeom>
          <a:solidFill>
            <a:srgbClr val="2C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205740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F2D3D"/>
                </a:solidFill>
                <a:latin typeface="Calibri"/>
              </a:rPr>
              <a:t>Oct 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278892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Doors at 6:00 PM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840480"/>
            <a:ext cx="10515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Every dollar stays local. Sponsorship keeps the lights on at the monthly group, prints the resource sheets a young person folds into a back pocket, and funds the small dignities the system forgets.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20040"/>
            <a:ext cx="109728" cy="502920"/>
          </a:xfrm>
          <a:prstGeom prst="rect">
            <a:avLst/>
          </a:prstGeom>
          <a:solidFill>
            <a:srgbClr val="2C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74320"/>
            <a:ext cx="9144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Sponsorship tiers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555555"/>
                </a:solidFill>
                <a:latin typeface="Calibri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10515600" cy="96012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554480"/>
            <a:ext cx="109728" cy="9601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00200"/>
            <a:ext cx="27432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F2D3D"/>
                </a:solidFill>
                <a:latin typeface="Calibri"/>
              </a:rPr>
              <a:t>Guiding Light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600200"/>
            <a:ext cx="21945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C6E7F"/>
                </a:solidFill>
                <a:latin typeface="Calibri"/>
              </a:rPr>
              <a:t>$2,500 and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600200"/>
            <a:ext cx="4937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Named table, full program ad, stage recognition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651760"/>
            <a:ext cx="10515600" cy="96012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651760"/>
            <a:ext cx="109728" cy="9601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697479"/>
            <a:ext cx="27432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F2D3D"/>
                </a:solidFill>
                <a:latin typeface="Calibri"/>
              </a:rPr>
              <a:t>Beacon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697479"/>
            <a:ext cx="21945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C6E7F"/>
                </a:solidFill>
                <a:latin typeface="Calibri"/>
              </a:rPr>
              <a:t>$1,000 to $2,499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697479"/>
            <a:ext cx="4937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Reserved seating, program recognition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749039"/>
            <a:ext cx="10515600" cy="96012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749039"/>
            <a:ext cx="109728" cy="9601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794759"/>
            <a:ext cx="27432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F2D3D"/>
                </a:solidFill>
                <a:latin typeface="Calibri"/>
              </a:rPr>
              <a:t>Lantern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794759"/>
            <a:ext cx="21945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C6E7F"/>
                </a:solidFill>
                <a:latin typeface="Calibri"/>
              </a:rPr>
              <a:t>$250 to $999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794759"/>
            <a:ext cx="4937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Listed in the program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846320"/>
            <a:ext cx="10515600" cy="96012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846320"/>
            <a:ext cx="109728" cy="9601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892040"/>
            <a:ext cx="27432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F2D3D"/>
                </a:solidFill>
                <a:latin typeface="Calibri"/>
              </a:rPr>
              <a:t>Spark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892040"/>
            <a:ext cx="21945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C6E7F"/>
                </a:solidFill>
                <a:latin typeface="Calibri"/>
              </a:rPr>
              <a:t>Up to $249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892040"/>
            <a:ext cx="4937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Newsletter thanks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Become a sponsor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FD8E0"/>
                </a:solidFill>
                <a:latin typeface="Calibri"/>
              </a:rPr>
              <a:t>Reach the team to reserve a tier or a table.</a:t>
            </a:r>
          </a:p>
          <a:p>
            <a:pPr algn="l"/>
            <a:r>
              <a:rPr sz="1600" b="1">
                <a:solidFill>
                  <a:srgbClr val="C89B3C"/>
                </a:solidFill>
                <a:latin typeface="Calibri"/>
              </a:rPr>
              <a:t>hartfordfosterfutures@gmail.com   @hartfordfosterfutures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2026-02-10T09:00:00Z</dcterms:created>
  <dcterms:modified xsi:type="dcterms:W3CDTF">2026-02-10T09:00:00Z</dcterms:modified>
  <cp:category/>
</cp:coreProperties>
</file>