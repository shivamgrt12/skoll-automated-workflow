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  <a:latin typeface="Calibri"/>
              </a:rPr>
              <a:t>FACILITATOR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Monthly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8E0"/>
                </a:solidFill>
                <a:latin typeface="Calibri"/>
              </a:rPr>
              <a:t>Hartford Foster Futures youth support group. How we hold the room.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The shape of a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2103120" cy="9601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6:00 to 6:30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54480"/>
            <a:ext cx="832104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1848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Arrival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Snacks and a low pressure check in. No agenda yet, let people land.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2103120" cy="9601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6:30 to 6:45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651760"/>
            <a:ext cx="832104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71576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Opening circle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One word for how the week landed. Facilitator models first. Pass is always allowed.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2103120" cy="9601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59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6:45 to 7:30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749039"/>
            <a:ext cx="832104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1304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Theme block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Concrete, not abstract. This month, navigating systems as a young adult.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46320"/>
            <a:ext cx="2103120" cy="9601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7:30 to 8:00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846320"/>
            <a:ext cx="8321040" cy="9601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91032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Closing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Quiet activity, reminders, optional one on one. Reset the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Three rules that never bend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3520440" cy="30175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3520440" cy="109728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Anything shared stays in the room. No faces photographed. No identifying detail posted.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3520440" cy="30175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520440" cy="109728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Two adults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Two adults present at every event. Incident notes to a lead the same night.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20440" cy="30175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520440" cy="109728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</a:rPr>
              <a:t>Warmth plus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You are a steady adult, not a caseworker or a therapist. Route anything clinical to the lead.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Reliability is the whole job.</a:t>
            </a:r>
          </a:p>
          <a:p>
            <a:pPr algn="l"/>
            <a:r>
              <a:rPr sz="1600" b="0">
                <a:solidFill>
                  <a:srgbClr val="CFD8E0"/>
                </a:solidFill>
                <a:latin typeface="Calibri"/>
              </a:rPr>
              <a:t>If you commit to a shift, the room is counting on you. A young person reads a no show as one more adult who left.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