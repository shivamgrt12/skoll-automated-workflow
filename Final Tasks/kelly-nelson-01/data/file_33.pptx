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89B3C"/>
                </a:solidFill>
                <a:latin typeface="Calibri"/>
              </a:rPr>
              <a:t>CASE FOR KIDS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Caseload Caps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FD8E0"/>
                </a:solidFill>
                <a:latin typeface="Calibri"/>
              </a:rPr>
              <a:t>Why Connecticut should cap child welfare caseloads at twelve. Advocacy briefing.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20040"/>
            <a:ext cx="109728" cy="502920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The problem in one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555555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Active families per worker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14800"/>
            <a:ext cx="2377440" cy="1645920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F2D3D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064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Recommended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291839"/>
            <a:ext cx="2377440" cy="24688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880359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F2D3D"/>
                </a:solidFill>
                <a:latin typeface="Calibri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8064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Current Hartford avg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743200"/>
            <a:ext cx="2377440" cy="3017520"/>
          </a:xfrm>
          <a:prstGeom prst="rect">
            <a:avLst/>
          </a:prstGeom>
          <a:solidFill>
            <a:srgbClr val="A8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3317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F2D3D"/>
                </a:solidFill>
                <a:latin typeface="Calibri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58064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High end observed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20040"/>
            <a:ext cx="109728" cy="502920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What the research says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555555"/>
                </a:solidFill>
                <a:latin typeface="Calibr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91639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Lower caseloads correlate with shorter time to permanency.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80360"/>
            <a:ext cx="457200" cy="457200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62072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834640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High caseloads predict worker turnover, which destabilizes placements.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05072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977640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Trauma informed practice requires time the current ratios do not allow.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20040"/>
            <a:ext cx="109728" cy="502920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The ask and the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555555"/>
                </a:solidFill>
                <a:latin typeface="Calibr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37360"/>
            <a:ext cx="2468880" cy="109728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F2D3D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Cap per worker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73736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37360"/>
            <a:ext cx="2468880" cy="109728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205740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F2D3D"/>
                </a:solidFill>
                <a:latin typeface="Calibri"/>
              </a:rPr>
              <a:t>24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27889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Phase in window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73736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737360"/>
            <a:ext cx="2468880" cy="109728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05740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F2D3D"/>
                </a:solidFill>
                <a:latin typeface="Calibri"/>
              </a:rPr>
              <a:t>40 to 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7889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New positions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173736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0" y="1737360"/>
            <a:ext cx="2468880" cy="109728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205740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F2D3D"/>
                </a:solidFill>
                <a:latin typeface="Calibri"/>
              </a:rPr>
              <a:t>Annual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7889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Staffing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4048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Offset partially by reduced overtime and lower recruitment and training churn from improved retention. Final draft due November 1, 2026. Testimony at the Capitol November 19,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2026-02-10T09:00:00Z</dcterms:created>
  <dcterms:modified xsi:type="dcterms:W3CDTF">2026-02-10T09:00:00Z</dcterms:modified>
  <cp:category/>
</cp:coreProperties>
</file>