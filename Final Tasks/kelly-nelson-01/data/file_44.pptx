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  <a:latin typeface="Calibri"/>
              </a:rPr>
              <a:t>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Hartford Foster Futures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8E0"/>
                </a:solidFill>
                <a:latin typeface="Calibri"/>
              </a:rPr>
              <a:t>Quarter in review and the road to the October gala. Prepared by Kelly Nelson.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Where we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$3,200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HFF account balance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$5,000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Foundation grant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Donors this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3736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37360"/>
            <a:ext cx="2468880" cy="109728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05740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2D3D"/>
                </a:solidFill>
                <a:latin typeface="Calibri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Forum 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A steady quarter. Word of mouth referrals are growing and the monthly group held three sessions with full attendance.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0040"/>
            <a:ext cx="109728" cy="502920"/>
          </a:xfrm>
          <a:prstGeom prst="rect">
            <a:avLst/>
          </a:prstGeom>
          <a:solidFill>
            <a:srgbClr val="2C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Gala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555555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3108960" cy="9144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2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9164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$15,000 at $50 a ticket, 300 seats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3108960" cy="9144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Committed so far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69748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74320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$14,200 across sponsors, tickets, and pledges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3108960" cy="9144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59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749039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794759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Grace Community Church Hall, October 17, doors 6:00 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00600"/>
            <a:ext cx="3108960" cy="9144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Open risks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80060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846320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Auction and paddle raise still projected, not banked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Next 90 days</a:t>
            </a:r>
          </a:p>
          <a:p>
            <a:pPr algn="l"/>
            <a:r>
              <a:rPr sz="1600" b="0">
                <a:solidFill>
                  <a:srgbClr val="CFD8E0"/>
                </a:solidFill>
                <a:latin typeface="Calibri"/>
              </a:rPr>
              <a:t>Close the auction donations, confirm the AV runner, finalize the program, and brief volunteers the Wednesday before.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