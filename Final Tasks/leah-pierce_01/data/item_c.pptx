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Continuing-education hours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3F9D6B"/>
              </a:solidFill>
            </c:spPr>
          </c:dPt>
          <c:dPt>
            <c:idx val="1"/>
            <c:spPr>
              <a:solidFill>
                <a:srgbClr val="33475B"/>
              </a:solidFill>
            </c:spPr>
          </c:dPt>
          <c:dPt>
            <c:idx val="2"/>
            <c:spPr>
              <a:solidFill>
                <a:srgbClr val="3F9D6B"/>
              </a:solidFill>
            </c:spPr>
          </c:dPt>
          <c:dPt>
            <c:idx val="3"/>
            <c:spPr>
              <a:solidFill>
                <a:srgbClr val="33475B"/>
              </a:solidFill>
            </c:spPr>
          </c:dPt>
          <c:dPt>
            <c:idx val="4"/>
            <c:spPr>
              <a:solidFill>
                <a:srgbClr val="E0A530"/>
              </a:solidFill>
            </c:spPr>
          </c:dPt>
          <c:cat>
            <c:strRef>
              <c:f>Sheet1!$A$2:$A$6</c:f>
              <c:strCache>
                <c:ptCount val="5"/>
                <c:pt idx="0">
                  <c:v>Grounding
&amp; Bonding</c:v>
                </c:pt>
                <c:pt idx="1">
                  <c:v>Service
Upgrades</c:v>
                </c:pt>
                <c:pt idx="2">
                  <c:v>Conductor
Sizing</c:v>
                </c:pt>
                <c:pt idx="3">
                  <c:v>Arc Fault
&amp; GFCI</c:v>
                </c:pt>
                <c:pt idx="4">
                  <c:v>Code Update
(registered)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8 of 12 hours, on track once the code update lands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3F9D6B"/>
              </a:solidFill>
            </c:spPr>
          </c:dPt>
          <c:dPt>
            <c:idx val="1"/>
            <c:spPr>
              <a:solidFill>
                <a:srgbClr val="E0A530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7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3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Journeyman License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260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C6D2DD"/>
                </a:solidFill>
                <a:latin typeface="Calibri"/>
              </a:rPr>
              <a:t>Continuing education and the December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FB0BE"/>
                </a:solidFill>
                <a:latin typeface="Calibri"/>
              </a:rPr>
              <a:t>Leah Pierce  |  License JE-22841  |  State of Alabama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License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E6D9"/>
                </a:solidFill>
                <a:latin typeface="Calibri"/>
              </a:rPr>
              <a:t>Where the cycle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License type</a:t>
            </a:r>
            <a:r>
              <a:rPr sz="1500">
                <a:solidFill>
                  <a:srgbClr val="5F6F68"/>
                </a:solidFill>
              </a:rPr>
              <a:t>  Journeyman Electrician, number JE-22841, active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Renewal deadline</a:t>
            </a:r>
            <a:r>
              <a:rPr sz="1500">
                <a:solidFill>
                  <a:srgbClr val="5F6F68"/>
                </a:solidFill>
              </a:rPr>
              <a:t>  December 31, 2026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Hours required</a:t>
            </a:r>
            <a:r>
              <a:rPr sz="1500">
                <a:solidFill>
                  <a:srgbClr val="5F6F68"/>
                </a:solidFill>
              </a:rPr>
              <a:t>  12 approved continuing-education hours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Hours on record</a:t>
            </a:r>
            <a:r>
              <a:rPr sz="1500">
                <a:solidFill>
                  <a:srgbClr val="5F6F68"/>
                </a:solidFill>
              </a:rPr>
              <a:t>  8 of 12 complete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Still needed</a:t>
            </a:r>
            <a:r>
              <a:rPr sz="1500">
                <a:solidFill>
                  <a:srgbClr val="5F6F68"/>
                </a:solidFill>
              </a:rPr>
              <a:t>  4 hours, including the code update course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Renewal fee</a:t>
            </a:r>
            <a:r>
              <a:rPr sz="1500">
                <a:solidFill>
                  <a:srgbClr val="5F6F68"/>
                </a:solidFill>
              </a:rPr>
              <a:t>  90.00, paid online at the board portal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Hours by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E6D9"/>
                </a:solidFill>
                <a:latin typeface="Calibri"/>
              </a:rPr>
              <a:t>What is logged and what is registered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10881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Progress to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E6D9"/>
                </a:solidFill>
                <a:latin typeface="Calibri"/>
              </a:rPr>
              <a:t>Completed against required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463040" y="1554480"/>
          <a:ext cx="9235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Plan to the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E6D9"/>
                </a:solidFill>
                <a:latin typeface="Calibri"/>
              </a:rPr>
              <a:t>Nothing left to the 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October 2026</a:t>
            </a:r>
            <a:r>
              <a:rPr sz="1500">
                <a:solidFill>
                  <a:srgbClr val="5F6F68"/>
                </a:solidFill>
              </a:rPr>
              <a:t>  sit the code update course, 4 classroom hours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After the course</a:t>
            </a:r>
            <a:r>
              <a:rPr sz="1500">
                <a:solidFill>
                  <a:srgbClr val="5F6F68"/>
                </a:solidFill>
              </a:rPr>
              <a:t>  confirm the provider reported all 12 hours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Before December 31, 2026</a:t>
            </a:r>
            <a:r>
              <a:rPr sz="1500">
                <a:solidFill>
                  <a:srgbClr val="5F6F68"/>
                </a:solidFill>
              </a:rPr>
              <a:t>  renew online, pay the 90.00 fee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C2B25"/>
                </a:solidFill>
                <a:latin typeface="Calibri"/>
              </a:rPr>
              <a:t>- Keep the record</a:t>
            </a:r>
            <a:r>
              <a:rPr sz="1500">
                <a:solidFill>
                  <a:srgbClr val="5F6F68"/>
                </a:solidFill>
              </a:rPr>
              <a:t>  save the completion certificate to cloud backup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