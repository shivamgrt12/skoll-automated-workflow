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E3A5F"/>
                </a:solidFill>
              </a:rPr>
              <a:t>Fifteen Years of Weaver &amp; 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Anniversary author evening, 17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3A5F"/>
                </a:solidFill>
              </a:rPr>
              <a:t>The evening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Saturday 17 October 2026, doors open 17:30</a:t>
            </a:r>
          </a:p>
          <a:p>
            <a:pPr>
              <a:defRPr sz="1800"/>
            </a:pPr>
            <a:r>
              <a:t>Programme runs 18:00 to 21:00</a:t>
            </a:r>
          </a:p>
          <a:p>
            <a:pPr>
              <a:defRPr sz="1800"/>
            </a:pPr>
            <a:r>
              <a:t>Free to attend, registration encouraged at events@weaverbook.se</a:t>
            </a:r>
          </a:p>
          <a:p>
            <a:pPr>
              <a:defRPr sz="1800"/>
            </a:pPr>
            <a:r>
              <a:t>Seating for about 42 guests, wine and pastries afterward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3A5F"/>
                </a:solidFill>
              </a:rPr>
              <a:t>Our authors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Sara Stridsberg, published by Norstedts</a:t>
            </a:r>
          </a:p>
          <a:p>
            <a:pPr>
              <a:defRPr sz="1800"/>
            </a:pPr>
            <a:r>
              <a:t>Sofia Nyman, published by Ekblad Forlag, reading from Solvinden</a:t>
            </a:r>
          </a:p>
          <a:p>
            <a:pPr>
              <a:defRPr sz="1800"/>
            </a:pPr>
            <a:r>
              <a:t>Nora Clement, published by Alfabeta</a:t>
            </a:r>
          </a:p>
          <a:p>
            <a:pPr>
              <a:defRPr sz="1800"/>
            </a:pPr>
            <a:r>
              <a:t>Conversation moderated by Lucia Weaver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3A5F"/>
                </a:solidFill>
              </a:rP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Short readings from each author, about eight minutes each</a:t>
            </a:r>
          </a:p>
          <a:p>
            <a:pPr>
              <a:defRPr sz="1800"/>
            </a:pPr>
            <a:r>
              <a:t>A conversation on craft and influence, about forty minutes</a:t>
            </a:r>
          </a:p>
          <a:p>
            <a:pPr>
              <a:defRPr sz="1800"/>
            </a:pPr>
            <a:r>
              <a:t>Open questions from the room, about twenty minutes</a:t>
            </a:r>
          </a:p>
          <a:p>
            <a:pPr>
              <a:defRPr sz="1800"/>
            </a:pPr>
            <a:r>
              <a:t>Coffee and pastries from Kaffestugan, two doors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3A5F"/>
                </a:solidFill>
              </a:rPr>
              <a:t>Fifteen years on Svartbacksgatan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Opened in 2011 as a small curated selection</a:t>
            </a:r>
          </a:p>
          <a:p>
            <a:pPr>
              <a:defRPr sz="1800"/>
            </a:pPr>
            <a:r>
              <a:t>Now about 4,000 titles in literary fiction, poetry, translated work and non-fiction</a:t>
            </a:r>
          </a:p>
          <a:p>
            <a:pPr>
              <a:defRPr sz="1800"/>
            </a:pPr>
            <a:r>
              <a:t>A lending shelf by the door and quiet seats for readers</a:t>
            </a:r>
          </a:p>
          <a:p>
            <a:pPr>
              <a:defRPr sz="1800"/>
            </a:pPr>
            <a:r>
              <a:t>A community institution as much as a 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3A5F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Weaver &amp; Book, Svartbacksgatan 18, 753 11 Uppsala</a:t>
            </a:r>
          </a:p>
          <a:p>
            <a:pPr>
              <a:defRPr sz="1800"/>
            </a:pPr>
            <a:r>
              <a:t>events@weaverbook.se  |  018-13 24 80</a:t>
            </a:r>
          </a:p>
          <a:p>
            <a:pPr>
              <a:defRPr sz="1800"/>
            </a:pPr>
            <a:r>
              <a:t>Instagram @weaverbook  |  www.weaverbook.se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Fifteen Years of Weaver &amp; Book</dc:title>
  <dc:subject/>
  <dc:creator>Lucia Weaver</dc:creator>
  <cp:keywords/>
  <dc:description>generated using python-pptx</dc:description>
  <cp:lastModifiedBy>Lucia Weaver</cp:lastModifiedBy>
  <cp:revision>1</cp:revision>
  <dcterms:created xsi:type="dcterms:W3CDTF">2026-02-15T09:00:00Z</dcterms:created>
  <dcterms:modified xsi:type="dcterms:W3CDTF">2026-02-15T09:00:00Z</dcterms:modified>
  <cp:category/>
</cp:coreProperties>
</file>