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Utilities and heat</c:v>
                </c:pt>
                <c:pt idx="1">
                  <c:v>Tax and insurance</c:v>
                </c:pt>
                <c:pt idx="2">
                  <c:v>Groceries</c:v>
                </c:pt>
                <c:pt idx="3">
                  <c:v>Medicare and meds</c:v>
                </c:pt>
                <c:pt idx="4">
                  <c:v>Phone and car</c:v>
                </c:pt>
                <c:pt idx="5">
                  <c:v>Maintenance</c:v>
                </c:pt>
                <c:pt idx="6">
                  <c:v>Gifts and 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340</c:v>
                </c:pt>
                <c:pt idx="1">
                  <c:v>310</c:v>
                </c:pt>
                <c:pt idx="2">
                  <c:v>220</c:v>
                </c:pt>
                <c:pt idx="3">
                  <c:v>295</c:v>
                </c:pt>
                <c:pt idx="4">
                  <c:v>155</c:v>
                </c:pt>
                <c:pt idx="5">
                  <c:v>120</c:v>
                </c:pt>
                <c:pt idx="6">
                  <c:v>120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Monthly Household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D6C9"/>
                </a:solidFill>
                <a:latin typeface="Calibri"/>
              </a:rPr>
              <a:t>The Elm Street ledger, figured in US dollars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743F"/>
                </a:solidFill>
                <a:latin typeface="Calibri"/>
              </a:rPr>
              <a:t>Prepared by Megan Turner,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64592" cy="822960"/>
          </a:xfrm>
          <a:prstGeom prst="rect">
            <a:avLst/>
          </a:prstGeom>
          <a:solidFill>
            <a:srgbClr val="C9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3328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6302C"/>
                </a:solidFill>
                <a:latin typeface="Calibri"/>
              </a:rPr>
              <a:t>- Income, expenses, and what is left over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6302C"/>
                </a:solidFill>
                <a:latin typeface="Calibri"/>
              </a:rPr>
              <a:t>- Where the money goes each month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6302C"/>
                </a:solidFill>
                <a:latin typeface="Calibri"/>
              </a:rPr>
              <a:t>- The savings position and the safety net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6302C"/>
                </a:solidFill>
                <a:latin typeface="Calibri"/>
              </a:rPr>
              <a:t>- Notes for the year ahead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Income and Outflow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Social Security, 1,680 dollars a month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Survivor pension, 820 dollars a month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Total take-home, about 2,500 dollars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Total expenses, about 1,560 dollars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Toward savings, roughly 940 dollars a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Where the Money Goes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280160"/>
          <a:ext cx="85039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Savings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Savings at Thomaston Savings Bank, about 47,000 dollars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Traditional IRA from the hardware years, about 14,000 dollars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Walter's life insurance held as the safety net, untouched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Mortgage retired in 1998, no credit card debt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6302C"/>
                </a:solidFill>
                <a:latin typeface="Calibri"/>
              </a:rPr>
              <a:t>- Credit card paid in full the day the statement arrives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1F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ledger balances. Keep it that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743F"/>
                </a:solidFill>
                <a:latin typeface="Calibri"/>
              </a:rPr>
              <a:t>Banking handled in person at Thomaston Savings Bank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Megan Turner</dc:title>
  <dc:subject/>
  <dc:creator>Megan Turner</dc:creator>
  <cp:keywords/>
  <dc:description/>
  <cp:lastModifiedBy/>
  <cp:revision>1</cp:revision>
  <dcterms:created xsi:type="dcterms:W3CDTF">2026-02-15T10:00:00Z</dcterms:created>
  <dcterms:modified xsi:type="dcterms:W3CDTF">2026-02-15T10:00:00Z</dcterms:modified>
  <cp:category/>
</cp:coreProperties>
</file>