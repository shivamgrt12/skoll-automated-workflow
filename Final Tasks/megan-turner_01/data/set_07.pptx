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Systolic</c:v>
                </c:pt>
              </c:strCache>
            </c:strRef>
          </c:tx>
          <c:spPr>
            <a:solidFill>
              <a:srgbClr val="3E5E44"/>
            </a:solidFill>
          </c:spPr>
          <c:cat>
            <c:strRef>
              <c:f>Sheet1!$A$2:$A$6</c:f>
              <c:strCache>
                <c:ptCount val="5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133</c:v>
                </c:pt>
                <c:pt idx="1">
                  <c:v>135</c:v>
                </c:pt>
                <c:pt idx="2">
                  <c:v>131</c:v>
                </c:pt>
                <c:pt idx="3">
                  <c:v>132</c:v>
                </c:pt>
                <c:pt idx="4">
                  <c:v>130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Diastolic</c:v>
                </c:pt>
              </c:strCache>
            </c:strRef>
          </c:tx>
          <c:spPr>
            <a:solidFill>
              <a:srgbClr val="B08A3A"/>
            </a:solidFill>
          </c:spPr>
          <c:cat>
            <c:strRef>
              <c:f>Sheet1!$A$2:$A$6</c:f>
              <c:strCache>
                <c:ptCount val="5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77</c:v>
                </c:pt>
                <c:pt idx="1">
                  <c:v>79</c:v>
                </c:pt>
                <c:pt idx="2">
                  <c:v>76</c:v>
                </c:pt>
                <c:pt idx="3">
                  <c:v>78</c:v>
                </c:pt>
                <c:pt idx="4">
                  <c:v>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737360"/>
          </a:xfrm>
          <a:prstGeom prst="rect">
            <a:avLst/>
          </a:prstGeom>
          <a:solidFill>
            <a:srgbClr val="3E5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6F1E7"/>
                </a:solidFill>
                <a:latin typeface="Calibri"/>
              </a:rPr>
              <a:t>Quarterly Health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FE8DA"/>
                </a:solidFill>
                <a:latin typeface="Calibri"/>
              </a:rPr>
              <a:t>Prepared for Megan E. Turner, 48 Elm Street, Thomaston, Connecticut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08A3A"/>
                </a:solidFill>
                <a:latin typeface="Calibri"/>
              </a:rPr>
              <a:t>Review period October 2025 to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5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A4230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2926080" cy="54864"/>
          </a:xfrm>
          <a:prstGeom prst="rect">
            <a:avLst/>
          </a:prstGeom>
          <a:solidFill>
            <a:srgbClr val="B0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B2620"/>
                </a:solidFill>
                <a:latin typeface="Calibri"/>
              </a:rPr>
              <a:t>- Current conditions and how they are managed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620"/>
                </a:solidFill>
                <a:latin typeface="Calibri"/>
              </a:rPr>
              <a:t>- Blood pressure trend across the quarter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620"/>
                </a:solidFill>
                <a:latin typeface="Calibri"/>
              </a:rPr>
              <a:t>- Medication list as it stands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620"/>
                </a:solidFill>
                <a:latin typeface="Calibri"/>
              </a:rPr>
              <a:t>- Appointments kept and appointments ahead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620"/>
                </a:solidFill>
                <a:latin typeface="Calibri"/>
              </a:rPr>
              <a:t>- Notes for David and the care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5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1E7"/>
                </a:solidFill>
                <a:latin typeface="Calibri"/>
              </a:rPr>
              <a:t>Conditions Under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B2620"/>
                </a:solidFill>
                <a:latin typeface="Calibri"/>
              </a:rPr>
              <a:t>- COPD, GOLD Stage II, diagnosed 2019. Managed with daily Spiriva and a rescue inhaler.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B2620"/>
                </a:solidFill>
                <a:latin typeface="Calibri"/>
              </a:rPr>
              <a:t>  · Nocturnal oxygen, 1L nasal cannula, in use since December 2025.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B2620"/>
                </a:solidFill>
                <a:latin typeface="Calibri"/>
              </a:rPr>
              <a:t>- Osteoarthritis in both knees and hands, moderate to severe.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B2620"/>
                </a:solidFill>
                <a:latin typeface="Calibri"/>
              </a:rPr>
              <a:t>  · Acetaminophen and topical diclofenac gel, knee brace for longer walks.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B2620"/>
                </a:solidFill>
                <a:latin typeface="Calibri"/>
              </a:rPr>
              <a:t>- Controlled hypertension since 2010, amlodipine 5 mg each morning.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B2620"/>
                </a:solidFill>
                <a:latin typeface="Calibri"/>
              </a:rPr>
              <a:t>  · Typical reading runs about 132 over 78.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5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1E7"/>
                </a:solidFill>
                <a:latin typeface="Calibri"/>
              </a:rPr>
              <a:t>Blood Pressure by Month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280160"/>
          <a:ext cx="10332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5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1E7"/>
                </a:solidFill>
                <a:latin typeface="Calibri"/>
              </a:rPr>
              <a:t>Daily Medications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Tiotropium (Spiriva), 18 mcg inhaled, morning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Amlodipine, 5 mg, morning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Acetaminophen, 650 mg, as needed up to three times daily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Diclofenac gel, both knees, morning and evening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Calcium with D3, 600 mg, daily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Vitamin B12, 1000 mcg, daily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5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6F1E7"/>
                </a:solidFill>
                <a:latin typeface="Calibri"/>
              </a:rPr>
              <a:t>Appointments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Dr. Alford, primary care, kept February 2026, BP log reviewed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Dr. Chowdhury, pulmonology, post-exacerbation follow-up February 2026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Dr. Alford, next quarterly visit, October 14, 2026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Dr. Chowdhury, next six-month visit, November 18, 2026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B2620"/>
                </a:solidFill>
                <a:latin typeface="Calibri"/>
              </a:rPr>
              <a:t>- Dr. Giordano, dental cleaning, December 9,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solidFill>
            <a:srgbClr val="3E5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6F1E7"/>
                </a:solidFill>
                <a:latin typeface="Calibri"/>
              </a:rPr>
              <a:t>Steady quarter. Stay the course.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08A3A"/>
                </a:solidFill>
                <a:latin typeface="Calibri"/>
              </a:rPr>
              <a:t>Questions to David Turner, 860-555-0118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Megan Turner</dc:title>
  <dc:subject/>
  <dc:creator>Megan Turner</dc:creator>
  <cp:keywords/>
  <dc:description/>
  <cp:lastModifiedBy/>
  <cp:revision>1</cp:revision>
  <dcterms:created xsi:type="dcterms:W3CDTF">2026-02-22T09:00:00Z</dcterms:created>
  <dcterms:modified xsi:type="dcterms:W3CDTF">2026-02-22T09:00:00Z</dcterms:modified>
  <cp:category/>
</cp:coreProperties>
</file>