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46888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BF6EC"/>
                </a:solidFill>
                <a:latin typeface="Georgia"/>
              </a:rPr>
              <a:t>A Year of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5661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9D2C2"/>
                </a:solidFill>
                <a:latin typeface="Georgia"/>
              </a:rPr>
              <a:t>Two books a week from the Thomaston Public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943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7D3A"/>
                </a:solidFill>
                <a:latin typeface="Georgia"/>
              </a:rPr>
              <a:t>Kept by Megan Turner, October 2025 to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A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51E1E"/>
                </a:solidFill>
                <a:latin typeface="Georgia"/>
              </a:rPr>
              <a:t>What This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3A3128"/>
                </a:solidFill>
                <a:latin typeface="Georgia"/>
              </a:rPr>
              <a:t>- The shelf for the season and how it broke down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A3128"/>
                </a:solidFill>
                <a:latin typeface="Georgia"/>
              </a:rPr>
              <a:t>- Favorites of the quarter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A3128"/>
                </a:solidFill>
                <a:latin typeface="Georgia"/>
              </a:rPr>
              <a:t>- History and biography against fiction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3A3128"/>
                </a:solidFill>
                <a:latin typeface="Georgia"/>
              </a:rPr>
              <a:t>- What is on hold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BF6EC"/>
                </a:solidFill>
                <a:latin typeface="Georgia"/>
              </a:rPr>
              <a:t>Favorites of the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Grant, by Ron Chernow, finished January 2026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Team of Rivals, by Doris Kearns Goodwin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The Lincoln Highway, by Amor Towles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John Adams, by David McCullough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Tess of the d'Urbervilles, by Thomas Hardy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BF6EC"/>
                </a:solidFill>
                <a:latin typeface="Georgia"/>
              </a:rPr>
              <a:t>The Shelf in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023360"/>
                <a:gridCol w="2286000"/>
              </a:tblGrid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Georgia"/>
                        </a:rPr>
                        <a:t>Title</a:t>
                      </a:r>
                    </a:p>
                  </a:txBody>
                  <a:tcPr>
                    <a:solidFill>
                      <a:srgbClr val="55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Georgia"/>
                        </a:rPr>
                        <a:t>Author</a:t>
                      </a:r>
                    </a:p>
                  </a:txBody>
                  <a:tcPr>
                    <a:solidFill>
                      <a:srgbClr val="55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BF6EC"/>
                          </a:solidFill>
                          <a:latin typeface="Georgia"/>
                        </a:rPr>
                        <a:t>Finished</a:t>
                      </a:r>
                    </a:p>
                  </a:txBody>
                  <a:tcPr>
                    <a:solidFill>
                      <a:srgbClr val="551E1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Grant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Ron Chernow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January 2026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A Gentleman in Moscow</a:t>
                      </a:r>
                    </a:p>
                  </a:txBody>
                  <a:tcPr>
                    <a:solidFill>
                      <a:srgbClr val="F1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Amor Towles</a:t>
                      </a:r>
                    </a:p>
                  </a:txBody>
                  <a:tcPr>
                    <a:solidFill>
                      <a:srgbClr val="F1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December 2025</a:t>
                      </a:r>
                    </a:p>
                  </a:txBody>
                  <a:tcPr>
                    <a:solidFill>
                      <a:srgbClr val="F1E7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Say Nothing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Patrick Radden Keefe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February 2026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The Pillars of the Earth</a:t>
                      </a:r>
                    </a:p>
                  </a:txBody>
                  <a:tcPr>
                    <a:solidFill>
                      <a:srgbClr val="F1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Ken Follett</a:t>
                      </a:r>
                    </a:p>
                  </a:txBody>
                  <a:tcPr>
                    <a:solidFill>
                      <a:srgbClr val="F1E7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December 2025</a:t>
                      </a:r>
                    </a:p>
                  </a:txBody>
                  <a:tcPr>
                    <a:solidFill>
                      <a:srgbClr val="F1E7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All the Light We Cannot See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Anthony Doerr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A3128"/>
                          </a:solidFill>
                          <a:latin typeface="Georgia"/>
                        </a:rPr>
                        <a:t>January 2026</a:t>
                      </a:r>
                    </a:p>
                  </a:txBody>
                  <a:tcPr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BF6EC"/>
                </a:solidFill>
                <a:latin typeface="Georgia"/>
              </a:rPr>
              <a:t>On Hold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A new presidential biography, on the catalog hold list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A New England mystery for a slow week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Returning to historical fiction set during the war years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3A3128"/>
                </a:solidFill>
                <a:latin typeface="Georgia"/>
              </a:rPr>
              <a:t>- Libby on the iPad for the larger 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971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BF6EC"/>
                </a:solidFill>
                <a:latin typeface="Georgia"/>
              </a:rPr>
              <a:t>On to the next two books.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5943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7D3A"/>
                </a:solidFill>
                <a:latin typeface="Georgia"/>
              </a:rPr>
              <a:t>Holds placed through the Thomaston Public Library catalog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Megan Turner</dc:title>
  <dc:subject/>
  <dc:creator>Megan Turner</dc:creator>
  <cp:keywords/>
  <dc:description/>
  <cp:lastModifiedBy/>
  <cp:revision>1</cp:revision>
  <dcterms:created xsi:type="dcterms:W3CDTF">2026-02-10T08:30:00Z</dcterms:created>
  <dcterms:modified xsi:type="dcterms:W3CDTF">2026-02-10T08:30:00Z</dcterms:modified>
  <cp:category/>
</cp:coreProperties>
</file>