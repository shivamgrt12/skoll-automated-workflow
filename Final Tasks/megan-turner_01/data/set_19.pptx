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9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961120" y="0"/>
            <a:ext cx="3200400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7772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Calibri"/>
              </a:rPr>
              <a:t>Winter Home Readiness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57600"/>
            <a:ext cx="7772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C4D6E8"/>
                </a:solidFill>
                <a:latin typeface="Calibri"/>
              </a:rPr>
              <a:t>Keeping 48 Elm Street running through the cold months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43600"/>
            <a:ext cx="7772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E09A3C"/>
                </a:solidFill>
                <a:latin typeface="Calibri"/>
              </a:rPr>
              <a:t>Megan Turner, Thomaston, Connecticut, January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2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E0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22942"/>
                </a:solidFill>
                <a:latin typeface="Calibri"/>
              </a:rPr>
              <a:t>The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212A36"/>
                </a:solidFill>
                <a:latin typeface="Calibri"/>
              </a:rPr>
              <a:t>- Heat and oil supply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A36"/>
                </a:solidFill>
                <a:latin typeface="Calibri"/>
              </a:rPr>
              <a:t>- Snow, ice, and the front steps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A36"/>
                </a:solidFill>
                <a:latin typeface="Calibri"/>
              </a:rPr>
              <a:t>- Power outage and the oxygen concentrator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A36"/>
                </a:solidFill>
                <a:latin typeface="Calibri"/>
              </a:rPr>
              <a:t>- Who to call and when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2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Heat and Oil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100">
                <a:solidFill>
                  <a:srgbClr val="212A36"/>
                </a:solidFill>
                <a:latin typeface="Calibri"/>
              </a:rPr>
              <a:t>- Oil heat is the main system, budgeted within utilities at 340 dollars a month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212A36"/>
                </a:solidFill>
                <a:latin typeface="Calibri"/>
              </a:rPr>
              <a:t>- Check the tank gauge weekly through the winter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212A36"/>
                </a:solidFill>
                <a:latin typeface="Calibri"/>
              </a:rPr>
              <a:t>- Keep the thermostat steady, lower at night under blankets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212A36"/>
                </a:solidFill>
                <a:latin typeface="Calibri"/>
              </a:rPr>
              <a:t>- Service the furnace before the first hard freeze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2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Snow, Ice, and the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100">
                <a:solidFill>
                  <a:srgbClr val="212A36"/>
                </a:solidFill>
                <a:latin typeface="Calibri"/>
              </a:rPr>
              <a:t>- Snow plow on call, tipped generously, for the driveway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212A36"/>
                </a:solidFill>
                <a:latin typeface="Calibri"/>
              </a:rPr>
              <a:t>- Sand and ice melt by the front and back doors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212A36"/>
                </a:solidFill>
                <a:latin typeface="Calibri"/>
              </a:rPr>
              <a:t>- Use the railing on the front steps, no rushing on ice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212A36"/>
                </a:solidFill>
                <a:latin typeface="Calibri"/>
              </a:rPr>
              <a:t>- Marge Hennessey four houses down checks in daily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2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Who To Call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371600"/>
          <a:ext cx="10515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3931920"/>
                <a:gridCol w="2743200"/>
              </a:tblGrid>
              <a:tr h="73152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</a:rPr>
                        <a:t>Need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</a:rPr>
                        <a:t>Person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</a:rPr>
                        <a:t>Number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12A36"/>
                          </a:solidFill>
                        </a:rPr>
                        <a:t>First call, anything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12A36"/>
                          </a:solidFill>
                        </a:rPr>
                        <a:t>David Turner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12A36"/>
                          </a:solidFill>
                        </a:rPr>
                        <a:t>860-555-0118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12A36"/>
                          </a:solidFill>
                        </a:rPr>
                        <a:t>Next door help</a:t>
                      </a:r>
                    </a:p>
                  </a:txBody>
                  <a:tcPr>
                    <a:solidFill>
                      <a:srgbClr val="DB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12A36"/>
                          </a:solidFill>
                        </a:rPr>
                        <a:t>Marge Hennessey</a:t>
                      </a:r>
                    </a:p>
                  </a:txBody>
                  <a:tcPr>
                    <a:solidFill>
                      <a:srgbClr val="DB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12A36"/>
                          </a:solidFill>
                        </a:rPr>
                        <a:t>860-555-0178</a:t>
                      </a:r>
                    </a:p>
                  </a:txBody>
                  <a:tcPr>
                    <a:solidFill>
                      <a:srgbClr val="DBE6F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12A36"/>
                          </a:solidFill>
                        </a:rPr>
                        <a:t>Breathing trouble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12A36"/>
                          </a:solidFill>
                        </a:rPr>
                        <a:t>Dr. Chowdhury office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12A36"/>
                          </a:solidFill>
                        </a:rPr>
                        <a:t>860-555-0420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12A36"/>
                          </a:solidFill>
                        </a:rPr>
                        <a:t>General health</a:t>
                      </a:r>
                    </a:p>
                  </a:txBody>
                  <a:tcPr>
                    <a:solidFill>
                      <a:srgbClr val="DB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12A36"/>
                          </a:solidFill>
                        </a:rPr>
                        <a:t>Dr. Alford office</a:t>
                      </a:r>
                    </a:p>
                  </a:txBody>
                  <a:tcPr>
                    <a:solidFill>
                      <a:srgbClr val="DB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12A36"/>
                          </a:solidFill>
                        </a:rPr>
                        <a:t>860-555-0410</a:t>
                      </a:r>
                    </a:p>
                  </a:txBody>
                  <a:tcPr>
                    <a:solidFill>
                      <a:srgbClr val="DBE6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2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Power and Oxygen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100">
                <a:solidFill>
                  <a:srgbClr val="212A36"/>
                </a:solidFill>
                <a:latin typeface="Calibri"/>
              </a:rPr>
              <a:t>- Oxygen concentrator runs overnight on the 1L nasal cannula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212A36"/>
                </a:solidFill>
                <a:latin typeface="Calibri"/>
              </a:rPr>
              <a:t>- If the power fails, the portable tank covers the gap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212A36"/>
                </a:solidFill>
                <a:latin typeface="Calibri"/>
              </a:rPr>
              <a:t>- Flashlights and the battery radio in the kitchen drawer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212A36"/>
                </a:solidFill>
                <a:latin typeface="Calibri"/>
              </a:rPr>
              <a:t>- Call David first, then Marge, if an outage runs long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9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128016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9260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Ready for the season. The house holds.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E09A3C"/>
                </a:solidFill>
                <a:latin typeface="Calibri"/>
              </a:rPr>
              <a:t>Reviewed January 2026 with David Turner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Megan Turner</dc:title>
  <dc:subject/>
  <dc:creator>Megan Turner</dc:creator>
  <cp:keywords/>
  <dc:description/>
  <cp:lastModifiedBy/>
  <cp:revision>1</cp:revision>
  <dcterms:created xsi:type="dcterms:W3CDTF">2026-01-20T11:00:00Z</dcterms:created>
  <dcterms:modified xsi:type="dcterms:W3CDTF">2026-01-20T11:00:00Z</dcterms:modified>
  <cp:category/>
</cp:coreProperties>
</file>