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Fund USD</c:v>
                </c:pt>
              </c:strCache>
            </c:strRef>
          </c:tx>
          <c:spPr>
            <a:solidFill>
              <a:srgbClr val="3FA7A0"/>
            </a:solidFill>
          </c:spPr>
          <c:cat>
            <c:strRef>
              <c:f>Sheet1!$A$2:$A$5</c:f>
              <c:strCache>
                <c:ptCount val="4"/>
                <c:pt idx="0">
                  <c:v>Now</c:v>
                </c:pt>
                <c:pt idx="1">
                  <c:v>Q4 2026</c:v>
                </c:pt>
                <c:pt idx="2">
                  <c:v>Q1 2027</c:v>
                </c:pt>
                <c:pt idx="3">
                  <c:v>Q2 2027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5800</c:v>
                </c:pt>
                <c:pt idx="1">
                  <c:v>6600</c:v>
                </c:pt>
                <c:pt idx="2">
                  <c:v>7500</c:v>
                </c:pt>
                <c:pt idx="3">
                  <c:v>8400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286000"/>
            <a:ext cx="3657600" cy="128016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The Year Ahead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E6B54A"/>
                </a:solidFill>
                <a:latin typeface="Calibri"/>
              </a:rPr>
              <a:t>Career, money, family, and the miles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FA7A0"/>
                </a:solidFill>
                <a:latin typeface="Calibri"/>
              </a:rPr>
              <a:t>Meghan Douglas   |   Honolulu, Hawaii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Four priorities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400">
                <a:solidFill>
                  <a:srgbClr val="241B2E"/>
                </a:solidFill>
                <a:latin typeface="Calibri"/>
              </a:rPr>
              <a:t>Certification: close the hour gap toward CHT</a:t>
            </a:r>
          </a:p>
          <a:p>
            <a:pPr>
              <a:spcAft>
                <a:spcPts val="700"/>
              </a:spcAft>
            </a:pPr>
            <a:r>
              <a:rPr sz="2400">
                <a:solidFill>
                  <a:srgbClr val="241B2E"/>
                </a:solidFill>
                <a:latin typeface="Calibri"/>
              </a:rPr>
              <a:t>Money: grow the fund, push the loans down</a:t>
            </a:r>
          </a:p>
          <a:p>
            <a:pPr>
              <a:spcAft>
                <a:spcPts val="700"/>
              </a:spcAft>
            </a:pPr>
            <a:r>
              <a:rPr sz="2400">
                <a:solidFill>
                  <a:srgbClr val="241B2E"/>
                </a:solidFill>
                <a:latin typeface="Calibri"/>
              </a:rPr>
              <a:t>Family: Sundays in Pearl City and Mililani</a:t>
            </a:r>
          </a:p>
          <a:p>
            <a:pPr>
              <a:spcAft>
                <a:spcPts val="700"/>
              </a:spcAft>
            </a:pPr>
            <a:r>
              <a:rPr sz="2400">
                <a:solidFill>
                  <a:srgbClr val="241B2E"/>
                </a:solidFill>
                <a:latin typeface="Calibri"/>
              </a:rPr>
              <a:t>Health: keep the runs and the thyroid steady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Milestones by quarter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554480"/>
          <a:ext cx="9144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6400800"/>
              </a:tblGrid>
              <a:tr h="65836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When</a:t>
                      </a:r>
                    </a:p>
                  </a:txBody>
                  <a:tcPr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Milestone</a:t>
                      </a:r>
                    </a:p>
                  </a:txBody>
                  <a:tcPr>
                    <a:solidFill>
                      <a:srgbClr val="5B2A8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41B2E"/>
                          </a:solidFill>
                        </a:rPr>
                        <a:t>Oct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41B2E"/>
                          </a:solidFill>
                        </a:rPr>
                        <a:t>Hand therapy review course in full swing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41B2E"/>
                          </a:solidFill>
                        </a:rPr>
                        <a:t>Nov 7, 2026</a:t>
                      </a:r>
                    </a:p>
                  </a:txBody>
                  <a:tcPr>
                    <a:solidFill>
                      <a:srgbClr val="EEE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41B2E"/>
                          </a:solidFill>
                        </a:rPr>
                        <a:t>Practice exam</a:t>
                      </a:r>
                    </a:p>
                  </a:txBody>
                  <a:tcPr>
                    <a:solidFill>
                      <a:srgbClr val="EEE6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41B2E"/>
                          </a:solidFill>
                        </a:rPr>
                        <a:t>Dec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41B2E"/>
                          </a:solidFill>
                        </a:rPr>
                        <a:t>Drill weakest domains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41B2E"/>
                          </a:solidFill>
                        </a:rPr>
                        <a:t>Jan 9, 2027</a:t>
                      </a:r>
                    </a:p>
                  </a:txBody>
                  <a:tcPr>
                    <a:solidFill>
                      <a:srgbClr val="EEE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41B2E"/>
                          </a:solidFill>
                        </a:rPr>
                        <a:t>CHT exam at the Honolulu testing center</a:t>
                      </a:r>
                    </a:p>
                  </a:txBody>
                  <a:tcPr>
                    <a:solidFill>
                      <a:srgbClr val="EEE6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Emergency fund target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1463040"/>
          <a:ext cx="100584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People and routines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200">
                <a:solidFill>
                  <a:srgbClr val="241B2E"/>
                </a:solidFill>
                <a:latin typeface="Calibri"/>
              </a:rPr>
              <a:t>Pearl City dinner with Grace, most Sundays</a:t>
            </a:r>
          </a:p>
          <a:p>
            <a:pPr>
              <a:spcAft>
                <a:spcPts val="700"/>
              </a:spcAft>
            </a:pPr>
            <a:r>
              <a:rPr sz="2200">
                <a:solidFill>
                  <a:srgbClr val="241B2E"/>
                </a:solidFill>
                <a:latin typeface="Calibri"/>
              </a:rPr>
              <a:t>Visit Grandma Fumiko in Mililani every other Sunday</a:t>
            </a:r>
          </a:p>
          <a:p>
            <a:pPr>
              <a:spcAft>
                <a:spcPts val="700"/>
              </a:spcAft>
            </a:pPr>
            <a:r>
              <a:rPr sz="2200">
                <a:solidFill>
                  <a:srgbClr val="241B2E"/>
                </a:solidFill>
                <a:latin typeface="Calibri"/>
              </a:rPr>
              <a:t>Saturday Kailua beach walk with Maya</a:t>
            </a:r>
          </a:p>
          <a:p>
            <a:pPr>
              <a:spcAft>
                <a:spcPts val="700"/>
              </a:spcAft>
            </a:pPr>
            <a:r>
              <a:rPr sz="2200">
                <a:solidFill>
                  <a:srgbClr val="241B2E"/>
                </a:solidFill>
                <a:latin typeface="Calibri"/>
              </a:rPr>
              <a:t>Mon Wed Fri runs with Justin at Kapiolani Park</a:t>
            </a:r>
          </a:p>
          <a:p>
            <a:pPr>
              <a:spcAft>
                <a:spcPts val="700"/>
              </a:spcAft>
            </a:pPr>
            <a:r>
              <a:rPr sz="2200">
                <a:solidFill>
                  <a:srgbClr val="241B2E"/>
                </a:solidFill>
                <a:latin typeface="Calibri"/>
              </a:rPr>
              <a:t>Levothyroxine at 5:55 AM, TSH check every six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743200"/>
            <a:ext cx="3657600" cy="128016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Show up for the people who showed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E6B54A"/>
                </a:solidFill>
                <a:latin typeface="Calibri"/>
              </a:rPr>
              <a:t>One year, four levers, steady throughput.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FA7A0"/>
                </a:solidFill>
                <a:latin typeface="Calibri"/>
              </a:rPr>
              <a:t>Drafted January 2026 by Meghan Douglas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Year Ahead</dc:title>
  <dc:subject/>
  <dc:creator>Meghan Yuki Douglas</dc:creator>
  <cp:keywords/>
  <dc:description/>
  <cp:lastModifiedBy/>
  <cp:revision>1</cp:revision>
  <dcterms:created xsi:type="dcterms:W3CDTF">2026-01-12T20:05:00Z</dcterms:created>
  <dcterms:modified xsi:type="dcterms:W3CDTF">2026-01-12T20:05:00Z</dcterms:modified>
  <cp:category/>
</cp:coreProperties>
</file>