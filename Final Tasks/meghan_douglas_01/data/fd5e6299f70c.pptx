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Rent</c:v>
                </c:pt>
                <c:pt idx="1">
                  <c:v>Student loans</c:v>
                </c:pt>
                <c:pt idx="2">
                  <c:v>Car payment</c:v>
                </c:pt>
                <c:pt idx="3">
                  <c:v>Groceries</c:v>
                </c:pt>
                <c:pt idx="4">
                  <c:v>Insurance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1650</c:v>
                </c:pt>
                <c:pt idx="1">
                  <c:v>350</c:v>
                </c:pt>
                <c:pt idx="2">
                  <c:v>310</c:v>
                </c:pt>
                <c:pt idx="3">
                  <c:v>380</c:v>
                </c:pt>
                <c:pt idx="4">
                  <c:v>300</c:v>
                </c:pt>
                <c:pt idx="5">
                  <c:v>538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Household Budget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A23C"/>
                </a:solidFill>
                <a:latin typeface="Calibri"/>
              </a:rPr>
              <a:t>Kaimuki studio, Honolulu   |   Bank of Hawaii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Calibri"/>
              </a:rPr>
              <a:t>Meghan Douglas   |   Take home about $4,200 per month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6A23C"/>
                </a:solidFill>
                <a:latin typeface="Calibri"/>
              </a:rPr>
              <a:t>Plan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400">
                <a:solidFill>
                  <a:srgbClr val="0D1B2A"/>
                </a:solidFill>
                <a:latin typeface="Calibri"/>
              </a:rPr>
              <a:t>Income and fixed obligations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0D1B2A"/>
                </a:solidFill>
                <a:latin typeface="Calibri"/>
              </a:rPr>
              <a:t>Monthly spending by category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0D1B2A"/>
                </a:solidFill>
                <a:latin typeface="Calibri"/>
              </a:rPr>
              <a:t>Emergency fund and student loan progress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0D1B2A"/>
                </a:solidFill>
                <a:latin typeface="Calibri"/>
              </a:rPr>
              <a:t>Savings cadence for the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6A23C"/>
                </a:solidFill>
                <a:latin typeface="Calibri"/>
              </a:rPr>
              <a:t>The 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606040" cy="237744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$4,200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Monthly take home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011680"/>
            <a:ext cx="2606040" cy="23774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4688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$3,528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47472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Monthly expenses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2606040" cy="237744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$672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To savings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011680"/>
            <a:ext cx="2606040" cy="237744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4688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$5,800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47472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Emergency fund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6A23C"/>
                </a:solidFill>
                <a:latin typeface="Calibri"/>
              </a:rPr>
              <a:t>Monthly spending breakdown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286000" y="137160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6A23C"/>
                </a:solidFill>
                <a:latin typeface="Calibri"/>
              </a:rPr>
              <a:t>Debt and savings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200">
                <a:solidFill>
                  <a:srgbClr val="0D1B2A"/>
                </a:solidFill>
                <a:latin typeface="Calibri"/>
              </a:rPr>
              <a:t>Federal student loans about $52,000 remaining, 5.5 percent average rate</a:t>
            </a:r>
          </a:p>
          <a:p>
            <a:pPr lvl="1">
              <a:spcAft>
                <a:spcPts val="700"/>
              </a:spcAft>
            </a:pPr>
            <a:r>
              <a:rPr sz="2200">
                <a:solidFill>
                  <a:srgbClr val="0D1B2A"/>
                </a:solidFill>
                <a:latin typeface="Calibri"/>
              </a:rPr>
              <a:t>Paid aggressively when the month allows, $350 minimum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0D1B2A"/>
                </a:solidFill>
                <a:latin typeface="Calibri"/>
              </a:rPr>
              <a:t>Auto loan payoff $14,962.18, 52 of 72 payments remaining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0D1B2A"/>
                </a:solidFill>
                <a:latin typeface="Calibri"/>
              </a:rPr>
              <a:t>Emergency fund building toward six months of expenses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0D1B2A"/>
                </a:solidFill>
                <a:latin typeface="Calibri"/>
              </a:rPr>
              <a:t>No credit card debt, Chase Sapphire paid in full monthly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64592" cy="128016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Keep the rails clear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204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2F5F8"/>
                </a:solidFill>
                <a:latin typeface="Calibri"/>
              </a:rPr>
              <a:t>Steady savings, aggressive on the loans, no impulse buys.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6A23C"/>
                </a:solidFill>
                <a:latin typeface="Calibri"/>
              </a:rPr>
              <a:t>Reviewed February 2026 by Meghan Douglas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Household Budget Plan</dc:title>
  <dc:subject/>
  <dc:creator>Meghan Yuki Douglas</dc:creator>
  <cp:keywords/>
  <dc:description/>
  <cp:lastModifiedBy/>
  <cp:revision>1</cp:revision>
  <dcterms:created xsi:type="dcterms:W3CDTF">2026-02-08T19:30:00Z</dcterms:created>
  <dcterms:modified xsi:type="dcterms:W3CDTF">2026-02-08T19:30:00Z</dcterms:modified>
  <cp:category/>
</cp:coreProperties>
</file>