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24E7E"/>
            </a:solidFill>
            <a:ln w="28575">
              <a:solidFill>
                <a:srgbClr val="D24E7E"/>
              </a:solidFill>
            </a:ln>
          </c:spPr>
          <c:cat>
            <c:strRef>
              <c:f>Sheet1!$A$2:$A$9</c:f>
              <c:strCache>
                <c:ptCount val="8"/>
                <c:pt idx="0">
                  <c:v>Oct 1</c:v>
                </c:pt>
                <c:pt idx="1">
                  <c:v>Oct 5</c:v>
                </c:pt>
                <c:pt idx="2">
                  <c:v>Oct 8</c:v>
                </c:pt>
                <c:pt idx="3">
                  <c:v>Oct 12</c:v>
                </c:pt>
                <c:pt idx="4">
                  <c:v>Oct 15</c:v>
                </c:pt>
                <c:pt idx="5">
                  <c:v>Oct 19</c:v>
                </c:pt>
                <c:pt idx="6">
                  <c:v>Oct 22</c:v>
                </c:pt>
                <c:pt idx="7">
                  <c:v>Oct 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330</c:v>
                </c:pt>
                <c:pt idx="1">
                  <c:v>270</c:v>
                </c:pt>
                <c:pt idx="2">
                  <c:v>300</c:v>
                </c:pt>
                <c:pt idx="3">
                  <c:v>465</c:v>
                </c:pt>
                <c:pt idx="4">
                  <c:v>140</c:v>
                </c:pt>
                <c:pt idx="5">
                  <c:v>600</c:v>
                </c:pt>
                <c:pt idx="6">
                  <c:v>450</c:v>
                </c:pt>
                <c:pt idx="7">
                  <c:v>450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A566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A566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463040" cy="73152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57400" y="6126480"/>
            <a:ext cx="1463040" cy="731520"/>
          </a:xfrm>
          <a:prstGeom prst="rect">
            <a:avLst/>
          </a:prstGeom>
          <a:solidFill>
            <a:srgbClr val="7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6126480"/>
            <a:ext cx="1463040" cy="73152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6126480"/>
            <a:ext cx="1463040" cy="731520"/>
          </a:xfrm>
          <a:prstGeom prst="rect">
            <a:avLst/>
          </a:prstGeom>
          <a:solidFill>
            <a:srgbClr val="7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6126480"/>
            <a:ext cx="1463040" cy="73152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87000" y="6126480"/>
            <a:ext cx="1463040" cy="731520"/>
          </a:xfrm>
          <a:prstGeom prst="rect">
            <a:avLst/>
          </a:prstGeom>
          <a:solidFill>
            <a:srgbClr val="7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37360"/>
            <a:ext cx="1463040" cy="14630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600" b="1">
                <a:solidFill>
                  <a:srgbClr val="FFFFFF"/>
                </a:solidFill>
                <a:latin typeface="Segoe UI"/>
              </a:rPr>
              <a:t>Fall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D24E7E"/>
                </a:solidFill>
                <a:latin typeface="Segoe UI"/>
              </a:rPr>
              <a:t>An evening of dance, beginner to advanced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F3D9E2"/>
                </a:solidFill>
                <a:latin typeface="Segoe UI"/>
              </a:rPr>
              <a:t>Saturday, October 24, 2026  |  Doors 6:30 PM, curtain 7:00 PM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THE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Open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2B1622"/>
                </a:solidFill>
                <a:latin typeface="Segoe UI"/>
              </a:rPr>
              <a:t>The advanced team's premiere. Eight by eight, mirrored on the second pass, with the double pirouette on count six.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9728" cy="20116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Cue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"window" for the freeze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3657600"/>
            <a:ext cx="109728" cy="20116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Tempo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Mid-tempo, about 104 BPM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3657600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3657600"/>
            <a:ext cx="109728" cy="20116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85876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Both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15968"/>
            <a:ext cx="2971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Land on the same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Hartford Dance Collective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Run of the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Opener, full company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86584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1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32303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Beginners, Tuesday class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40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3580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Intermediate, Thursday class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93591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59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39311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Solo spotlight, Hannah C.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97096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611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Advanced team, the lift sequence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64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46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Partner work, Rosa's section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404104"/>
            <a:ext cx="457200" cy="457200"/>
          </a:xfrm>
          <a:prstGeom prst="ellipse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681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498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2B1622"/>
                </a:solidFill>
                <a:latin typeface="Segoe UI"/>
              </a:rPr>
              <a:t>Finale, Open Window, full company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Program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THE 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Advanced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Tommy Nguyen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Back row lead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92024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93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Hannah Cole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517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Solo spotlight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93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Priya Raman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Front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39" y="19202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39" y="192024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19933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Janelle Brooks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6517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Front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096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Marcus Hill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754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Lift base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0233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402336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4096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Sofia Alvarez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754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Back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0233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96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Derek Okafor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54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Back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39" y="402336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39" y="4023360"/>
            <a:ext cx="256032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40965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Ray Mendez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75488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D24E7E"/>
                </a:solidFill>
                <a:latin typeface="Segoe UI"/>
              </a:rPr>
              <a:t>Back row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7A5663"/>
                </a:solidFill>
                <a:latin typeface="Segoe UI"/>
              </a:rPr>
              <a:t>Fall term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Cast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BACKSTAGE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Run of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3:00 to 6:00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Rehearsal and spacing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87752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919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Sound check, Tommy on the 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00984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6:30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924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Doors, ticket check-in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14215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7:00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05655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Curtain, Michelle MCs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27448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3717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Intermission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1888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Ten minutes after the solo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40680"/>
            <a:ext cx="2377440" cy="54864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504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Post-show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532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B1622"/>
                </a:solidFill>
                <a:latin typeface="Segoe UI"/>
              </a:rPr>
              <a:t>Strike the floor, thank the families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Run of show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TICKETING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Sales by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828800"/>
          <a:ext cx="7772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0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2103120"/>
            <a:ext cx="2286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7A5663"/>
                </a:solidFill>
                <a:latin typeface="Segoe UI"/>
              </a:rPr>
              <a:t>Tickets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B1622"/>
                </a:solidFill>
                <a:latin typeface="Segoe UI"/>
              </a:rPr>
              <a:t>165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7A5663"/>
                </a:solidFill>
                <a:latin typeface="Segoe UI"/>
              </a:rPr>
              <a:t>Gross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2B1622"/>
                </a:solidFill>
                <a:latin typeface="Segoe UI"/>
              </a:rPr>
              <a:t>$3,005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Up 18% over last fall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Ticketing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STAGING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Spacing and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9966960" cy="4572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84831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Audience side, front of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FRONT 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749039"/>
            <a:ext cx="8503920" cy="731520"/>
          </a:xfrm>
          <a:prstGeom prst="rect">
            <a:avLst/>
          </a:prstGeom>
          <a:solidFill>
            <a:srgbClr val="C98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PARTNER AND SOLO ZONE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solidFill>
            <a:srgbClr val="7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9260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BACK ROW AND LIFT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Staging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Who holds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Music and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Tommy Nguyen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2024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Partner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Rosa Delgado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92024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92024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Check-in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Volunteer 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MC and intros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Michelle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Photos for socials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Post-show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393192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9" y="3931920"/>
            <a:ext cx="109728" cy="1783080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3308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B1622"/>
                </a:solidFill>
                <a:latin typeface="Segoe UI"/>
              </a:rPr>
              <a:t>Strike and reset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90288"/>
            <a:ext cx="297180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7A5663"/>
                </a:solidFill>
                <a:latin typeface="Segoe UI"/>
              </a:rPr>
              <a:t>Full company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Crew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BE9EF"/>
                </a:solidFill>
                <a:latin typeface="Segoe UI"/>
              </a:rPr>
              <a:t>How we filled the seats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D24E7E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B1622"/>
                </a:solidFill>
                <a:latin typeface="Segoe UI"/>
              </a:rPr>
              <a:t>•  Class newsletter to the full student list with the ticket link.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B1622"/>
                </a:solidFill>
                <a:latin typeface="Segoe UI"/>
              </a:rPr>
              <a:t>•  Class clips and showcase promos on the studio social handle.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B1622"/>
                </a:solidFill>
                <a:latin typeface="Segoe UI"/>
              </a:rPr>
              <a:t>•  SMS nudges to current rosters, no pressure, just glad you are dancing.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2B1622"/>
                </a:solidFill>
                <a:latin typeface="Segoe UI"/>
              </a:rPr>
              <a:t>•  Family four-packs that turned students into a crowd.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745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0">
                <a:solidFill>
                  <a:srgbClr val="FBE9EF"/>
                </a:solidFill>
                <a:latin typeface="Segoe UI"/>
              </a:rPr>
              <a:t>Fall Showcase 2026  |  Reach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463040" cy="146304"/>
          </a:xfrm>
          <a:prstGeom prst="rect">
            <a:avLst/>
          </a:prstGeom>
          <a:solidFill>
            <a:srgbClr val="D24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Thank you for filling those seats.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D24E7E"/>
                </a:solidFill>
                <a:latin typeface="Segoe UI"/>
              </a:rPr>
              <a:t>Open Window is part of our repertoire now, and we are not done with it. Next up, the winter intensive.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Showcase 2026</dc:title>
  <dc:subject/>
  <dc:creator>Michelle Kemp</dc:creator>
  <cp:keywords/>
  <dc:description/>
  <cp:lastModifiedBy>Michelle Kemp</cp:lastModifiedBy>
  <cp:revision>1</cp:revision>
  <dcterms:created xsi:type="dcterms:W3CDTF">2013-01-27T09:14:16Z</dcterms:created>
  <dcterms:modified xsi:type="dcterms:W3CDTF">2013-01-27T09:15:58Z</dcterms:modified>
  <cp:category/>
</cp:coreProperties>
</file>