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raised</c:v>
                </c:pt>
              </c:strCache>
            </c:strRef>
          </c:tx>
          <c:spPr>
            <a:solidFill>
              <a:srgbClr val="3A6B4B"/>
            </a:solidFill>
            <a:ln w="28575">
              <a:solidFill>
                <a:srgbClr val="3A6B4B"/>
              </a:solidFill>
            </a:ln>
          </c:spPr>
          <c:cat>
            <c:strRef>
              <c:f>Sheet1!$A$2:$A$4</c:f>
              <c:strCache>
                <c:ptCount val="3"/>
                <c:pt idx="0">
                  <c:v>Last fall</c:v>
                </c:pt>
                <c:pt idx="1">
                  <c:v>This year target</c:v>
                </c:pt>
                <c:pt idx="2">
                  <c:v>Stretch goal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5900</c:v>
                </c:pt>
                <c:pt idx="1">
                  <c:v>6500</c:v>
                </c:pt>
                <c:pt idx="2">
                  <c:v>7500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A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B6A5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463040" cy="14630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F4F2E8"/>
                </a:solidFill>
                <a:latin typeface="Segoe UI"/>
              </a:rPr>
              <a:t>Fall Fundraiser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C2683C"/>
                </a:solidFill>
                <a:latin typeface="Segoe UI"/>
              </a:rPr>
              <a:t>Grace Community Church, committee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DDE5D2"/>
                </a:solidFill>
                <a:latin typeface="Segoe UI"/>
              </a:rPr>
              <a:t>Saturday, November 14, 2026  |  10:00 AM to 3:00 PM, Fellowship Hall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4F2E8"/>
                </a:solidFill>
                <a:latin typeface="Segoe UI"/>
              </a:rPr>
              <a:t>What we are raising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26352B"/>
                </a:solidFill>
                <a:latin typeface="Segoe UI"/>
              </a:rPr>
              <a:t>Fund the winter heating-assistance program and youth group travel.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474720"/>
            <a:ext cx="3429000" cy="109728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B6A5E"/>
                </a:solidFill>
                <a:latin typeface="Segoe UI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C4A33"/>
                </a:solidFill>
                <a:latin typeface="Segoe UI"/>
              </a:rPr>
              <a:t>$6,500 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47472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474720"/>
            <a:ext cx="3429000" cy="109728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7490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B6A5E"/>
                </a:solidFill>
                <a:latin typeface="Segoe UI"/>
              </a:rPr>
              <a:t>Last fall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2976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C4A33"/>
                </a:solidFill>
                <a:latin typeface="Segoe UI"/>
              </a:rPr>
              <a:t>Cleared $5,900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47472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3474720"/>
            <a:ext cx="3429000" cy="109728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7490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B6A5E"/>
                </a:solidFill>
                <a:latin typeface="Segoe UI"/>
              </a:rPr>
              <a:t>Stretch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2976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C4A33"/>
                </a:solidFill>
                <a:latin typeface="Segoe UI"/>
              </a:rPr>
              <a:t>$7,500 with the raffle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4F2E8"/>
                </a:solidFill>
                <a:latin typeface="Segoe UI"/>
              </a:rPr>
              <a:t>Grace Community Church  |  Fall fundraiser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4F2E8"/>
                </a:solidFill>
                <a:latin typeface="Segoe UI"/>
              </a:rPr>
              <a:t>This year against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03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97280" y="1828800"/>
          <a:ext cx="9966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4F2E8"/>
                </a:solidFill>
                <a:latin typeface="Segoe UI"/>
              </a:rPr>
              <a:t>Grace Community Church  |  Target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STATIONS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4F2E8"/>
                </a:solidFill>
                <a:latin typeface="Segoe UI"/>
              </a:rPr>
              <a:t>The floor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9728" cy="1874519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Raffle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32887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Michelle, donated prizes, card reader.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74519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109728" cy="1874519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Bake 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32887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Women's Group, banana bread and pies.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874519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874519"/>
            <a:ext cx="109728" cy="1874519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Coffee and cider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32887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Youth Group, two dark-roast urns.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77639"/>
            <a:ext cx="109728" cy="1874519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7880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Handmade crafts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36007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Vendors with signed agreements on 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977639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977639"/>
            <a:ext cx="109728" cy="1874519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17880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Plant stand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636007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Garden Committee, herb starts.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3977639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3977639"/>
            <a:ext cx="109728" cy="1874519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7880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Kids' corner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636007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Sunday School, supervised activities.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4F2E8"/>
                </a:solidFill>
                <a:latin typeface="Segoe UI"/>
              </a:rPr>
              <a:t>Grace Community Church  |  Stations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4F2E8"/>
                </a:solidFill>
                <a:latin typeface="Segoe UI"/>
              </a:rPr>
              <a:t>The run-up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737360" cy="566928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Oct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Confirm vendors, send agreements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1737360" cy="566928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6207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Oct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Raffle prizes collected and logged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737360" cy="566928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8503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Nov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576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Print signage, final volunteer schedule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1737360" cy="566928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50799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Nov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805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Hall setup, 4 to 6 PM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1737360" cy="566928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3095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Nov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3035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Doors 10 AM, raffle drawn 2:30, cleanup by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4F2E8"/>
                </a:solidFill>
                <a:latin typeface="Segoe UI"/>
              </a:rPr>
              <a:t>Grace Community Church  |  Timeline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VOLUNTEERS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4F2E8"/>
                </a:solidFill>
                <a:latin typeface="Segoe UI"/>
              </a:rPr>
              <a:t>Who is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9728" cy="178308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Front entrance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Greeters and signups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109728" cy="178308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21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Raffle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7860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Michelle plus 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920240"/>
            <a:ext cx="109728" cy="178308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Hospitality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7860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Coffee, cider, restock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109728" cy="178308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330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Floaters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9028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11 to 1 rush 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93192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931920"/>
            <a:ext cx="109728" cy="178308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1330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Setup crew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9028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Friday evening, 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393192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3931920"/>
            <a:ext cx="109728" cy="178308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330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Cleanup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9028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A5E"/>
                </a:solidFill>
                <a:latin typeface="Segoe UI"/>
              </a:rPr>
              <a:t>Saturday, by 4 PM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4F2E8"/>
                </a:solidFill>
                <a:latin typeface="Segoe UI"/>
              </a:rPr>
              <a:t>Grace Community Church  |  Volunteers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SUPPLIES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4F2E8"/>
                </a:solidFill>
                <a:latin typeface="Segoe UI"/>
              </a:rPr>
              <a:t>What to secure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46304" cy="45720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Folding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01951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B6A5E"/>
                </a:solidFill>
                <a:latin typeface="Segoe UI"/>
              </a:rPr>
              <a:t>20 needed, borrow 6 from Grace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146304" cy="45720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Folding chairs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4203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B6A5E"/>
                </a:solidFill>
                <a:latin typeface="Segoe UI"/>
              </a:rPr>
              <a:t>60, all on hand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54679"/>
            <a:ext cx="146304" cy="45720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7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Tablecloths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182111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B6A5E"/>
                </a:solidFill>
                <a:latin typeface="Segoe UI"/>
              </a:rPr>
              <a:t>20 needed, short 8, pick up more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94759"/>
            <a:ext cx="146304" cy="45720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9475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Water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22191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B6A5E"/>
                </a:solidFill>
                <a:latin typeface="Segoe UI"/>
              </a:rPr>
              <a:t>10 needed, short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146304" cy="45720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Directional signage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46227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B6A5E"/>
                </a:solidFill>
                <a:latin typeface="Segoe UI"/>
              </a:rPr>
              <a:t>Print run from the Figma 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146304" cy="457200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7492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6352B"/>
                </a:solidFill>
                <a:latin typeface="Segoe UI"/>
              </a:rPr>
              <a:t>First-aid kits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10235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B6A5E"/>
                </a:solidFill>
                <a:latin typeface="Segoe UI"/>
              </a:rPr>
              <a:t>Two, currently 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4F2E8"/>
                </a:solidFill>
                <a:latin typeface="Segoe UI"/>
              </a:rPr>
              <a:t>Grace Community Church  |  Supplies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4F2E8"/>
                </a:solidFill>
                <a:latin typeface="Segoe UI"/>
              </a:rPr>
              <a:t>Tables and agreements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058400" cy="3657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26352B"/>
                </a:solidFill>
                <a:latin typeface="Segoe UI"/>
              </a:rPr>
              <a:t>•  All vendor tables carry a signed agreement on file before the day.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26352B"/>
                </a:solidFill>
                <a:latin typeface="Segoe UI"/>
              </a:rPr>
              <a:t>•  Vendor fees and donations recorded at the card terminal.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26352B"/>
                </a:solidFill>
                <a:latin typeface="Segoe UI"/>
              </a:rPr>
              <a:t>•  Reconcile the terminal the Monday after the event.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26352B"/>
                </a:solidFill>
                <a:latin typeface="Segoe UI"/>
              </a:rPr>
              <a:t>•  Thank-you notes to the table-lending churches by November 14.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4F2E8"/>
                </a:solidFill>
                <a:latin typeface="Segoe UI"/>
              </a:rPr>
              <a:t>Grace Community Church  |  Vendors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DAY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4F2E8"/>
                </a:solidFill>
                <a:latin typeface="Segoe UI"/>
              </a:rPr>
              <a:t>November 14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683C"/>
                </a:solidFill>
                <a:latin typeface="Segoe U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2011680" cy="54864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7:30 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65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Setup crew and hospitality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87752"/>
            <a:ext cx="2011680" cy="54864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8:00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7919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Tables dressed, raffle staged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00984"/>
            <a:ext cx="2011680" cy="54864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07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10:00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924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Doors open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14215"/>
            <a:ext cx="2011680" cy="54864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2394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11:00 to 1:00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05655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Peak traffic, floaters 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27448"/>
            <a:ext cx="2011680" cy="54864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371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2:30 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81888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Raffle drawn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40680"/>
            <a:ext cx="2011680" cy="54864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5040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3:00 to 4:00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532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6352B"/>
                </a:solidFill>
                <a:latin typeface="Segoe UI"/>
              </a:rPr>
              <a:t>Close and cleanup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4F2E8"/>
                </a:solidFill>
                <a:latin typeface="Segoe UI"/>
              </a:rPr>
              <a:t>Grace Community Church  |  Day of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46304"/>
          </a:xfrm>
          <a:prstGeom prst="rect">
            <a:avLst/>
          </a:prstGeom>
          <a:solidFill>
            <a:srgbClr val="C2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>
                <a:solidFill>
                  <a:srgbClr val="F4F2E8"/>
                </a:solidFill>
                <a:latin typeface="Segoe UI"/>
              </a:rPr>
              <a:t>Showing up is the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C2683C"/>
                </a:solidFill>
                <a:latin typeface="Segoe UI"/>
              </a:rPr>
              <a:t>Thank you to every volunteer, baker, and donor. A warm hall keeps a neighbor warm this winter.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Grace Community Church Fall Fundraiser</dc:title>
  <dc:subject/>
  <dc:creator>Michelle Kemp</dc:creator>
  <cp:keywords/>
  <dc:description/>
  <cp:lastModifiedBy>Michelle Kemp</cp:lastModifiedBy>
  <cp:revision>1</cp:revision>
  <dcterms:created xsi:type="dcterms:W3CDTF">2013-01-27T09:14:16Z</dcterms:created>
  <dcterms:modified xsi:type="dcterms:W3CDTF">2013-01-27T09:15:58Z</dcterms:modified>
  <cp:category/>
</cp:coreProperties>
</file>