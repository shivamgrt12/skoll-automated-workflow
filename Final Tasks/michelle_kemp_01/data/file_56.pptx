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035040"/>
            <a:ext cx="640080" cy="640080"/>
          </a:xfrm>
          <a:prstGeom prst="ellipse">
            <a:avLst/>
          </a:prstGeom>
          <a:solidFill>
            <a:srgbClr val="4FB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65960" y="6035040"/>
            <a:ext cx="640080" cy="640080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83280" y="6035040"/>
            <a:ext cx="640080" cy="640080"/>
          </a:xfrm>
          <a:prstGeom prst="ellipse">
            <a:avLst/>
          </a:prstGeom>
          <a:solidFill>
            <a:srgbClr val="4FB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00600" y="6035040"/>
            <a:ext cx="640080" cy="640080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0" y="6035040"/>
            <a:ext cx="640080" cy="640080"/>
          </a:xfrm>
          <a:prstGeom prst="ellipse">
            <a:avLst/>
          </a:prstGeom>
          <a:solidFill>
            <a:srgbClr val="4FB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35240" y="6035040"/>
            <a:ext cx="640080" cy="640080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0" y="6035040"/>
            <a:ext cx="640080" cy="640080"/>
          </a:xfrm>
          <a:prstGeom prst="ellipse">
            <a:avLst/>
          </a:prstGeom>
          <a:solidFill>
            <a:srgbClr val="4FB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6035040"/>
            <a:ext cx="640080" cy="640080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1463040" cy="14630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EAF6F8"/>
                </a:solidFill>
                <a:latin typeface="Segoe UI"/>
              </a:rPr>
              <a:t>Winter Intensive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E08A3C"/>
                </a:solidFill>
                <a:latin typeface="Segoe UI"/>
              </a:rPr>
              <a:t>Three Saturdays, one piece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FE6EA"/>
                </a:solidFill>
                <a:latin typeface="Segoe UI"/>
              </a:rPr>
              <a:t>December 5, 12, and 19, 2026  |  10:30 AM prep, class 11:00 to 1:00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What this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1B3640"/>
                </a:solidFill>
                <a:latin typeface="Segoe UI"/>
              </a:rPr>
              <a:t>Three focused Saturdays to clean up the showcase material and start building toward the new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9728" cy="20116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Intermediate and advanced, plus welcome with okay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657600"/>
            <a:ext cx="109728" cy="20116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Hartford Dance Collective floor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3657600"/>
            <a:ext cx="109728" cy="20116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Michelle, and Rosa on the second half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Hartford Dance Collective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Warm-up and joint care first, with a cold-weather emphasis.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Teach and drill in counts, both rows landing together.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Reference clips filmed Saturday mornings for the shared folder.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A partner sequence and cool-down to close, led by Rosa.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Format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December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46304" cy="38404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058400" cy="3840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Warm-up and joint care, low impact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Teach the Open Window opener, counts 1 to 4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Drill the chasse and pivot transitions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Cool-down and partner intro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Syllabus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December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46304" cy="38404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058400" cy="3840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Review counts 1 to 4, add the back wall (5 to 8)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Advanced team, double pirouette on count 6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Beginners' variation, single chaine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Film reference clips for the shared folder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Syllabus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December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46304" cy="38404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058400" cy="3840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Full run of Open Window, both passes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Spacing and formation clean-up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Partner sequence run with Rosa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>
                <a:solidFill>
                  <a:srgbClr val="1B3640"/>
                </a:solidFill>
                <a:latin typeface="Segoe UI"/>
              </a:rPr>
              <a:t>•  Showcase preview and winter send-off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Syllabus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THE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Open Window, 8-count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097280" cy="566928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659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B3640"/>
                </a:solidFill>
                <a:latin typeface="Segoe UI"/>
              </a:rPr>
              <a:t>Step-touch R, step-touch L, grapevine R, 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24327"/>
            <a:ext cx="1097280" cy="566928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340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157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B3640"/>
                </a:solidFill>
                <a:latin typeface="Segoe UI"/>
              </a:rPr>
              <a:t>Chasse R, chasse L, pivot half-turn, clap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74135"/>
            <a:ext cx="1097280" cy="566928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83863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65575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B3640"/>
                </a:solidFill>
                <a:latin typeface="Segoe UI"/>
              </a:rPr>
              <a:t>Body roll down, recover, hip figure-8 twice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23944"/>
            <a:ext cx="1097280" cy="566928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336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1538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B3640"/>
                </a:solidFill>
                <a:latin typeface="Segoe UI"/>
              </a:rPr>
              <a:t>V-step, V-step, jazz square, freeze on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73752"/>
            <a:ext cx="1097280" cy="566928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5 to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9651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B3640"/>
                </a:solidFill>
                <a:latin typeface="Segoe UI"/>
              </a:rPr>
              <a:t>Mirror 1 to 4 to the back wall, pirouette on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The piece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Cold-weather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Indoor shoes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The floor runs cold this season.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For the warm-up, peel as you 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2024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Water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Hydrate even when it is cold.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Patience for joints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Low impact for cold-weather knees.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Your eight-count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Practice the freeze cue, "window".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931920"/>
            <a:ext cx="109728" cy="178308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B3640"/>
                </a:solidFill>
                <a:latin typeface="Segoe UI"/>
              </a:rPr>
              <a:t>A friend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67079"/>
                </a:solidFill>
                <a:latin typeface="Segoe UI"/>
              </a:rPr>
              <a:t>Beginners welcome with an okay.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What to bring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AF6F8"/>
                </a:solidFill>
                <a:latin typeface="Segoe UI"/>
              </a:rPr>
              <a:t>Schedule and makeup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08A3C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Prep starts 10:30 AM, class 11:00 AM to 1:00 PM, all three Saturdays.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No classes December 24 to 26 or January 1.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Weather cancellations go out by text by 4 PM.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1B3640"/>
                </a:solidFill>
                <a:latin typeface="Segoe UI"/>
              </a:rPr>
              <a:t>•  A makeup for the December snow date is offered after a Saturday 11 AM in January.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EAF6F8"/>
                </a:solidFill>
                <a:latin typeface="Segoe UI"/>
              </a:rPr>
              <a:t>Winter Intensive  |  Logistics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0" cy="146304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AF6F8"/>
                </a:solidFill>
                <a:latin typeface="Segoe UI"/>
              </a:rPr>
              <a:t>See you on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E08A3C"/>
                </a:solidFill>
                <a:latin typeface="Segoe UI"/>
              </a:rPr>
              <a:t>Even a kitchen-counter eight-count counts. Bring layers and the indoor shoes.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Intensive Curriculum</dc:title>
  <dc:subject/>
  <dc:creator>Michelle Kemp</dc:creator>
  <cp:keywords/>
  <dc:description/>
  <cp:lastModifiedBy>Michelle Kemp</cp:lastModifiedBy>
  <cp:revision>1</cp:revision>
  <dcterms:created xsi:type="dcterms:W3CDTF">2013-01-27T09:14:16Z</dcterms:created>
  <dcterms:modified xsi:type="dcterms:W3CDTF">2013-01-27T09:15:58Z</dcterms:modified>
  <cp:category/>
</cp:coreProperties>
</file>