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Books</c:v>
                </c:pt>
                <c:pt idx="1">
                  <c:v>Journal articles</c:v>
                </c:pt>
                <c:pt idx="2">
                  <c:v>Archive</c:v>
                </c:pt>
                <c:pt idx="3">
                  <c:v>Exhibition catalog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100">
          <a:solidFill>
            <a:srgbClr val="EDE6D6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2743200" cy="128016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EAF6F4"/>
                </a:solidFill>
              </a:rPr>
              <a:t>Textile Traditions in American Craft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0784C"/>
                </a:solidFill>
              </a:rPr>
              <a:t>CLST 250 research paper, working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CC9C5"/>
                </a:solidFill>
              </a:rPr>
              <a:t>Nicole Abena Pfeiffer  |  Department of Cultural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0784C"/>
                </a:solidFill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7335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E3A3A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6420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AF6F4"/>
                </a:solidFill>
              </a:rPr>
              <a:t>The argument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8658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E3A3A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AF6F4"/>
                </a:solidFill>
              </a:rPr>
              <a:t>Gee's Bend quilting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E3A3A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9067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AF6F4"/>
                </a:solidFill>
              </a:rPr>
              <a:t>Appalachian weaving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85616"/>
            <a:ext cx="457200" cy="4572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130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E3A3A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03904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AF6F4"/>
                </a:solidFill>
              </a:rPr>
              <a:t>African American quilting lineage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98848"/>
            <a:ext cx="457200" cy="4572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262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E3A3A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17136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AF6F4"/>
                </a:solidFill>
              </a:rPr>
              <a:t>Sources and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23951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E3A3A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3036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AF6F4"/>
                </a:solidFill>
              </a:rPr>
              <a:t>Where the draft stands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0784C"/>
                </a:solidFill>
              </a:rPr>
              <a:t>The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EAF6F4"/>
                </a:solidFill>
              </a:rPr>
              <a:t>-  Craft traditions are not decoration, they carry cultural memory and labor.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AF6F4"/>
                </a:solidFill>
              </a:rPr>
              <a:t>-  Quilting and weaving encode community, gender, and heritage in objects.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AF6F4"/>
                </a:solidFill>
              </a:rPr>
              <a:t>-  The paper reads literature and material culture together, as the course frames it.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AF6F4"/>
                </a:solidFill>
              </a:rPr>
              <a:t>-  Nashville and Atlanta roots anchor the Southern craft focus.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0784C"/>
                </a:solidFill>
              </a:rPr>
              <a:t>Core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solidFill>
            <a:srgbClr val="F07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3A3A"/>
                </a:solidFill>
              </a:rPr>
              <a:t>Author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42646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3A3A"/>
                </a:solidFill>
              </a:rPr>
              <a:t>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3A3A"/>
                </a:solidFill>
              </a:rPr>
              <a:t>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972800" cy="685800"/>
          </a:xfrm>
          <a:prstGeom prst="rect">
            <a:avLst/>
          </a:prstGeom>
          <a:solidFill>
            <a:srgbClr val="12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AF6F4"/>
                </a:solidFill>
              </a:rPr>
              <a:t>Beardsley, John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75688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CC9C5"/>
                </a:solidFill>
              </a:rPr>
              <a:t>Gee's Bend: The Architecture of the Quilt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07568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784C"/>
                </a:solidFill>
              </a:rPr>
              <a:t>2006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0972800" cy="685800"/>
          </a:xfrm>
          <a:prstGeom prst="rect">
            <a:avLst/>
          </a:prstGeom>
          <a:solidFill>
            <a:srgbClr val="16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AF6F4"/>
                </a:solidFill>
              </a:rPr>
              <a:t>Freeman, Roland 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52928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CC9C5"/>
                </a:solidFill>
              </a:rPr>
              <a:t>A Communion of the Spirits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852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784C"/>
                </a:solidFill>
              </a:rPr>
              <a:t>1996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10972800" cy="685800"/>
          </a:xfrm>
          <a:prstGeom prst="rect">
            <a:avLst/>
          </a:prstGeom>
          <a:solidFill>
            <a:srgbClr val="12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AF6F4"/>
                </a:solidFill>
              </a:rPr>
              <a:t>Eaton, Allen 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630168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CC9C5"/>
                </a:solidFill>
              </a:rPr>
              <a:t>Handicrafts of the Southern Highlands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63016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784C"/>
                </a:solidFill>
              </a:rPr>
              <a:t>1937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972800" cy="685800"/>
          </a:xfrm>
          <a:prstGeom prst="rect">
            <a:avLst/>
          </a:prstGeom>
          <a:solidFill>
            <a:srgbClr val="16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07408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AF6F4"/>
                </a:solidFill>
              </a:rPr>
              <a:t>Adamson, Glenn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407408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CC9C5"/>
                </a:solidFill>
              </a:rPr>
              <a:t>Thinking Through Craft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40740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0784C"/>
                </a:solidFill>
              </a:rPr>
              <a:t>2007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0784C"/>
                </a:solidFill>
              </a:rPr>
              <a:t>Sources by Type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28600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0784C"/>
                </a:solidFill>
              </a:rPr>
              <a:t>Draft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EAF6F4"/>
                </a:solidFill>
              </a:rPr>
              <a:t>Introduction written, body sections in progress, submitting the draft before the end of the term.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CC9C5"/>
                </a:solidFill>
              </a:rPr>
              <a:t>Nicole Abena Pfeiffer  |  Cumberland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Textile Traditions Research</dc:title>
  <dc:subject/>
  <dc:creator>Nicole Abena Pfeiffer</dc:creator>
  <cp:keywords/>
  <dc:description/>
  <cp:lastModifiedBy/>
  <cp:revision>1</cp:revision>
  <dcterms:created xsi:type="dcterms:W3CDTF">2026-10-28T14:00:00Z</dcterms:created>
  <dcterms:modified xsi:type="dcterms:W3CDTF">2026-10-28T14:00:00Z</dcterms:modified>
  <cp:category/>
</cp:coreProperties>
</file>