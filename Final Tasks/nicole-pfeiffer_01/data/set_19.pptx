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Indie pop</c:v>
                </c:pt>
                <c:pt idx="1">
                  <c:v>R&amp;B</c:v>
                </c:pt>
                <c:pt idx="2">
                  <c:v>Singer-songwriter</c:v>
                </c:pt>
                <c:pt idx="3">
                  <c:v>K-pop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7</c:v>
                </c:pt>
                <c:pt idx="2">
                  <c:v>6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F4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2191695" cy="73152"/>
          </a:xfrm>
          <a:prstGeom prst="rect">
            <a:avLst/>
          </a:prstGeom>
          <a:solidFill>
            <a:srgbClr val="C2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7A2E48"/>
                </a:solidFill>
              </a:rPr>
              <a:t>Sound and Street 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1">
                <a:solidFill>
                  <a:srgbClr val="C24B6E"/>
                </a:solidFill>
              </a:rPr>
              <a:t>My fall playlists and the Nashville I photograph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6B76"/>
                </a:solidFill>
              </a:rPr>
              <a:t>Nicole Pfeiffer  |  Nashville, TN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C24B6E"/>
                </a:solidFill>
              </a:rPr>
              <a:t>In This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>
                <a:solidFill>
                  <a:srgbClr val="3A2730"/>
                </a:solidFill>
              </a:rPr>
              <a:t>-  The artists on heavy rotation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3A2730"/>
                </a:solidFill>
              </a:rPr>
              <a:t>-  Study versus comfort playlists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3A2730"/>
                </a:solidFill>
              </a:rPr>
              <a:t>-  Anime I am watching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3A2730"/>
                </a:solidFill>
              </a:rPr>
              <a:t>-  Street art walks around Hillsboro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3A2730"/>
                </a:solidFill>
              </a:rPr>
              <a:t>-  What I am reading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4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7A2E48"/>
                </a:solidFill>
              </a:rPr>
              <a:t>On Heavy Rotation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606040" cy="1828800"/>
          </a:xfrm>
          <a:prstGeom prst="rect">
            <a:avLst/>
          </a:prstGeom>
          <a:solidFill>
            <a:srgbClr val="F4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2606040" cy="128016"/>
          </a:xfrm>
          <a:prstGeom prst="rect">
            <a:avLst/>
          </a:prstGeom>
          <a:solidFill>
            <a:srgbClr val="C2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423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7A2E48"/>
                </a:solidFill>
              </a:rPr>
              <a:t>Phoebe Bridgers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463040"/>
            <a:ext cx="2606040" cy="1828800"/>
          </a:xfrm>
          <a:prstGeom prst="rect">
            <a:avLst/>
          </a:prstGeom>
          <a:solidFill>
            <a:srgbClr val="F4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0" y="1463040"/>
            <a:ext cx="2606040" cy="128016"/>
          </a:xfrm>
          <a:prstGeom prst="rect">
            <a:avLst/>
          </a:prstGeom>
          <a:solidFill>
            <a:srgbClr val="C2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103120"/>
            <a:ext cx="2423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7A2E48"/>
                </a:solidFill>
              </a:rPr>
              <a:t>SZA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2606040" cy="1828800"/>
          </a:xfrm>
          <a:prstGeom prst="rect">
            <a:avLst/>
          </a:prstGeom>
          <a:solidFill>
            <a:srgbClr val="F4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2606040" cy="128016"/>
          </a:xfrm>
          <a:prstGeom prst="rect">
            <a:avLst/>
          </a:prstGeom>
          <a:solidFill>
            <a:srgbClr val="C2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103120"/>
            <a:ext cx="2423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7A2E48"/>
                </a:solidFill>
              </a:rPr>
              <a:t>Hozier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6840" y="1463040"/>
            <a:ext cx="2606040" cy="1828800"/>
          </a:xfrm>
          <a:prstGeom prst="rect">
            <a:avLst/>
          </a:prstGeom>
          <a:solidFill>
            <a:srgbClr val="F4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06840" y="1463040"/>
            <a:ext cx="2606040" cy="128016"/>
          </a:xfrm>
          <a:prstGeom prst="rect">
            <a:avLst/>
          </a:prstGeom>
          <a:solidFill>
            <a:srgbClr val="C2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2103120"/>
            <a:ext cx="2423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7A2E48"/>
                </a:solidFill>
              </a:rPr>
              <a:t>Maggie Rogers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57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3A2730"/>
                </a:solidFill>
              </a:rPr>
              <a:t>-  Indie pop and R&amp;B for the long study blocks.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3A2730"/>
                </a:solidFill>
              </a:rPr>
              <a:t>-  K-pop usually arrives by way of Amara.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3A2730"/>
                </a:solidFill>
              </a:rPr>
              <a:t>-  Comfort reality TV and Bloom Garden on Crunchyroll for wind-down.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C24B6E"/>
                </a:solidFill>
              </a:rPr>
              <a:t>Listening Mix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286000" y="1280160"/>
          <a:ext cx="7315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F4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3108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7A2E48"/>
                </a:solidFill>
              </a:rPr>
              <a:t>Currently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3108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1">
                <a:solidFill>
                  <a:srgbClr val="C24B6E"/>
                </a:solidFill>
              </a:rPr>
              <a:t>The Glass Forest</a:t>
            </a:r>
          </a:p>
          <a:p>
            <a:pPr algn="l"/>
            <a:r>
              <a:rPr sz="1500" b="0" i="0">
                <a:solidFill>
                  <a:srgbClr val="8A6B76"/>
                </a:solidFill>
              </a:rPr>
              <a:t>Clara Whitfield, 2022</a:t>
            </a:r>
          </a:p>
          <a:p>
            <a:pPr algn="l"/>
            <a:r>
              <a:rPr sz="1500" b="0" i="1">
                <a:solidFill>
                  <a:srgbClr val="8A6B76"/>
                </a:solidFill>
              </a:rPr>
              <a:t>for CLST 250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640080"/>
            <a:ext cx="7315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C24B6E"/>
                </a:solidFill>
              </a:rPr>
              <a:t>Off the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73736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3A2730"/>
                </a:solidFill>
              </a:rPr>
              <a:t>-  Walking Hillsboro West End and photographing murals on my phone.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3A2730"/>
                </a:solidFill>
              </a:rPr>
              <a:t>-  Journaling in a physical notebook, when finals are not eating the week.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3A2730"/>
                </a:solidFill>
              </a:rPr>
              <a:t>-  Literary magazine launches with Amara, who runs the campus magazine.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3A2730"/>
                </a:solidFill>
              </a:rPr>
              <a:t>-  Contemporary fiction and poetry when there is room to read for 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2E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56032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
                  <a:srgbClr val="FBF2EF"/>
                </a:solidFill>
              </a:rPr>
              <a:t>Press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56616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F4DCE2"/>
                </a:solidFill>
              </a:rPr>
              <a:t>A semester soundtrack and a city worth looking 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E6C4CE"/>
                </a:solidFill>
              </a:rPr>
              <a:t>Nicole Abena Pfeiffer  |  Nashville, TN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Sound and Street Art</dc:title>
  <dc:subject/>
  <dc:creator>Nicole Abena Pfeiffer</dc:creator>
  <cp:keywords/>
  <dc:description/>
  <cp:lastModifiedBy/>
  <cp:revision>1</cp:revision>
  <dcterms:created xsi:type="dcterms:W3CDTF">2026-11-03T19:00:00Z</dcterms:created>
  <dcterms:modified xsi:type="dcterms:W3CDTF">2026-11-03T19:00:00Z</dcterms:modified>
  <cp:category/>
</cp:coreProperties>
</file>