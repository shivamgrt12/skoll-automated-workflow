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4EC"/>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2F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6B8E4E"/>
                </a:solidFill>
                <a:latin typeface="Calibri"/>
              </a:rPr>
              <a:t>EDGEWOOD COMMUNITY GARDEN, PLOT 14</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The 2027 Growing Season Plan</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33402F"/>
                </a:solidFill>
                <a:latin typeface="Calibri"/>
              </a:rPr>
              <a:t>Zone 6b timing, companion planting, and a harvest that feeds three households</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7A8A6E"/>
                </a:solidFill>
                <a:latin typeface="Calibri"/>
              </a:rPr>
              <a:t>Samantha Thomas Long</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F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What Plot 14 Holds</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F4734"/>
                </a:solidFill>
                <a:latin typeface="Calibri"/>
              </a:rPr>
              <a:t>The standing crops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402F"/>
                </a:solidFill>
                <a:latin typeface="Calibri"/>
              </a:rPr>
              <a:t>Brandywine and Sungold tomatoes, bell and jalapeno peppers, Black Beauty zucchini, a leaf-lettuce row, and an arugula strip. Six beds, three blocks from the apartment, worked on Monday and Friday mornings before the heat.</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F4734"/>
                </a:solidFill>
                <a:latin typeface="Calibri"/>
              </a:rPr>
              <a:t>Why these six</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402F"/>
                </a:solidFill>
                <a:latin typeface="Calibri"/>
              </a:rPr>
              <a:t>Each one earns its space. Tomatoes carry the season, peppers freeze well, zucchini overproduces on purpose, and the greens give an early cut while the warm crops settle in. Nothing here is decorative.</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F4734"/>
                </a:solidFill>
                <a:latin typeface="Calibri"/>
              </a:rPr>
              <a:t>The surplus rule</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402F"/>
                </a:solidFill>
                <a:latin typeface="Calibri"/>
              </a:rPr>
              <a:t>Whatever the apartment cannot eat goes to Frank on Friday after the walk and to Beth's family on the alternate Sundays. A full plot is only worth the work if it leaves the garden gate.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F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Zone 6b Calendar</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F4734"/>
                </a:solidFill>
                <a:latin typeface="Calibri"/>
              </a:rPr>
              <a:t>Seed list and starts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402F"/>
                </a:solidFill>
                <a:latin typeface="Calibri"/>
              </a:rPr>
              <a:t>Order the seed list in early February, the same nine packets as last year, about 24 dollars total from a mail catalogue. Start tomatoes and peppers indoors under the window in late February, six weeks ahead of the last frost.</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F4734"/>
                </a:solidFill>
                <a:latin typeface="Calibri"/>
              </a:rPr>
              <a:t>Transplant window</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402F"/>
                </a:solidFill>
                <a:latin typeface="Calibri"/>
              </a:rPr>
              <a:t>Last reliable frost in Cranston lands in early to mid May. Harden off for a week on the landing, then transplant the warm crops the second week of May. Direct-sow lettuce and arugula three weeks earlier, in mid April.</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F4734"/>
                </a:solidFill>
                <a:latin typeface="Calibri"/>
              </a:rPr>
              <a:t>Harvest and close</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402F"/>
                </a:solidFill>
                <a:latin typeface="Calibri"/>
              </a:rPr>
              <a:t>First tomatoes by late July, peak through August, zucchini all summer. Keep the harvest log through August, pull the spent vines in October, and sheet-mulch the beds before the first hard freeze.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F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Companion Planting Map</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F4734"/>
                </a:solidFill>
                <a:latin typeface="Calibri"/>
              </a:rPr>
              <a:t>Tomatoes and basil</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402F"/>
                </a:solidFill>
                <a:latin typeface="Calibri"/>
              </a:rPr>
              <a:t>Basil tucked at the foot of the Brandywine row earns its keep twice: it shades the soil and seems to keep the hornworms thinner than the bare beds. Marigold at the corners for the same reason.</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F4734"/>
                </a:solidFill>
                <a:latin typeface="Calibri"/>
              </a:rPr>
              <a:t>Peppers and the greens</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402F"/>
                </a:solidFill>
                <a:latin typeface="Calibri"/>
              </a:rPr>
              <a:t>Bell and jalapeno hold the center beds; the lettuce and arugula run on their north side so the taller peppers do not shade the young greens until the greens are already cut and done for the season.</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F4734"/>
                </a:solidFill>
                <a:latin typeface="Calibri"/>
              </a:rPr>
              <a:t>Keep apart</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402F"/>
                </a:solidFill>
                <a:latin typeface="Calibri"/>
              </a:rPr>
              <a:t>Zucchini gets its own corner bed. It sprawls, it mildews if crowded, and it does no favors to anything downwind of it. One hill, wide spacing, and a watchful eye on the leaves in August.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EC"/>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F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Costs, Yield, and the Point</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F4734"/>
                </a:solidFill>
                <a:latin typeface="Calibri"/>
              </a:rPr>
              <a:t>What it costs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402F"/>
                </a:solidFill>
                <a:latin typeface="Calibri"/>
              </a:rPr>
              <a:t>About 24 dollars in seed, maybe 30 dollars in compost and a bag of lime, and the plot fee. Well under the 150 dollar threshold, so no second look needed. The real cost is the two mornings a week, hat and long sleeves on.</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F4734"/>
                </a:solidFill>
                <a:latin typeface="Calibri"/>
              </a:rPr>
              <a:t>What it returns</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402F"/>
                </a:solidFill>
                <a:latin typeface="Calibri"/>
              </a:rPr>
              <a:t>Roughly 40 pounds of tomatoes across the season, more zucchini than anyone wants, peppers to freeze, and six weeks of cut greens. Counted in grocery terms it pays for itself; counted honestly it pays for the mornings.</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C98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F4734"/>
                </a:solidFill>
                <a:latin typeface="Calibri"/>
              </a:rPr>
              <a:t>The honest reason</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402F"/>
                </a:solidFill>
                <a:latin typeface="Calibri"/>
              </a:rPr>
              <a:t>The numbness in the feet does not care about a garden, but the garden does not care about the numbness either. Two hours bent over a tomato row is two hours the body is busy and the mind is quiet.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2027 Growing Season Plan</dc:title>
  <dc:subject/>
  <dc:creator>Samantha Long</dc:creator>
  <cp:keywords/>
  <dc:description>generated using </dc:description>
  <cp:lastModifiedBy>Samantha Long</cp:lastModifiedBy>
  <cp:revision>1</cp:revision>
  <dcterms:created xsi:type="dcterms:W3CDTF">2026-02-10T09:30:00Z</dcterms:created>
  <dcterms:modified xsi:type="dcterms:W3CDTF">2026-02-10T09:30:00Z</dcterms:modified>
  <cp:category/>
</cp:coreProperties>
</file>