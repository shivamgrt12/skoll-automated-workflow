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 count</c:v>
                </c:pt>
              </c:strCache>
            </c:strRef>
          </c:tx>
          <c:spPr>
            <a:solidFill>
              <a:srgbClr val="C9A24B"/>
            </a:solidFill>
            <a:ln>
              <a:solidFill>
                <a:srgbClr val="C9A24B"/>
              </a:solidFill>
            </a:ln>
          </c:spPr>
          <c:cat>
            <c:strRef>
              <c:f>Sheet1!$A$2:$A$5</c:f>
              <c:strCache>
                <c:ptCount val="4"/>
                <c:pt idx="0">
                  <c:v>Stories posts</c:v>
                </c:pt>
                <c:pt idx="1">
                  <c:v>Reels</c:v>
                </c:pt>
                <c:pt idx="2">
                  <c:v>Quote thread posts</c:v>
                </c:pt>
                <c:pt idx="3">
                  <c:v>Recap posts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5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C9A24B"/>
                </a:solidFill>
                <a:latin typeface="Georgia"/>
              </a:rPr>
              <a:t>ANNUAL GALA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2EFE6"/>
                </a:solidFill>
                <a:latin typeface="Calibri"/>
              </a:rPr>
              <a:t>Social Coverage Playbook  |  November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7B2A6"/>
                </a:solidFill>
                <a:latin typeface="Calibri"/>
              </a:rPr>
              <a:t>Cornerstone Event Hall  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4B"/>
                </a:solidFill>
                <a:latin typeface="Georgia"/>
              </a:rPr>
              <a:t>The night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51760" cy="219456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0C079"/>
                </a:solidFill>
                <a:latin typeface="Georgia"/>
              </a:rPr>
              <a:t>5:30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2EFE6"/>
                </a:solidFill>
                <a:latin typeface="Calibri"/>
              </a:rPr>
              <a:t>Doors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920240"/>
            <a:ext cx="2651760" cy="219456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286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0C079"/>
                </a:solidFill>
                <a:latin typeface="Georgia"/>
              </a:rPr>
              <a:t>7:00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108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2EFE6"/>
                </a:solidFill>
                <a:latin typeface="Calibri"/>
              </a:rPr>
              <a:t>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651760" cy="219456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0C079"/>
                </a:solidFill>
                <a:latin typeface="Georgia"/>
              </a:rPr>
              <a:t>8:00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108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2EFE6"/>
                </a:solidFill>
                <a:latin typeface="Calibri"/>
              </a:rPr>
              <a:t>Fund a need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20240"/>
            <a:ext cx="2651760" cy="219456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286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0C079"/>
                </a:solidFill>
                <a:latin typeface="Georgia"/>
              </a:rPr>
              <a:t>9:30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2EFE6"/>
                </a:solidFill>
                <a:latin typeface="Calibri"/>
              </a:rPr>
              <a:t>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7B2A6"/>
                </a:solidFill>
                <a:latin typeface="Calibri"/>
              </a:rPr>
              <a:t>One coordinator, every channel, live from arrivals to the final thank you.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4B"/>
                </a:solidFill>
                <a:latin typeface="Georgia"/>
              </a:rPr>
              <a:t>Run of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658368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0C079"/>
                </a:solidFill>
                <a:latin typeface="Calibri"/>
              </a:rPr>
              <a:t>5:30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2763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EFE6"/>
                </a:solidFill>
                <a:latin typeface="Calibri"/>
              </a:rPr>
              <a:t>Arrivals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6276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7B2A6"/>
                </a:solidFill>
                <a:latin typeface="Calibri"/>
              </a:rPr>
              <a:t>Live room shots, 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04288"/>
            <a:ext cx="10881360" cy="658368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0C079"/>
                </a:solidFill>
                <a:latin typeface="Calibri"/>
              </a:rPr>
              <a:t>6:00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EFE6"/>
                </a:solidFill>
                <a:latin typeface="Calibri"/>
              </a:rPr>
              <a:t>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37744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7B2A6"/>
                </a:solidFill>
                <a:latin typeface="Calibri"/>
              </a:rPr>
              <a:t>Director clip, two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54096"/>
            <a:ext cx="10881360" cy="658368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0C079"/>
                </a:solidFill>
                <a:latin typeface="Calibri"/>
              </a:rPr>
              <a:t>7:00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27248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EFE6"/>
                </a:solidFill>
                <a:latin typeface="Calibri"/>
              </a:rPr>
              <a:t>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12724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7B2A6"/>
                </a:solidFill>
                <a:latin typeface="Calibri"/>
              </a:rPr>
              <a:t>Mission video repost, Reel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03904"/>
            <a:ext cx="10881360" cy="658368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0C079"/>
                </a:solidFill>
                <a:latin typeface="Calibri"/>
              </a:rPr>
              <a:t>7:30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77056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EFE6"/>
                </a:solidFill>
                <a:latin typeface="Calibri"/>
              </a:rPr>
              <a:t>Keynote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877056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7B2A6"/>
                </a:solidFill>
                <a:latin typeface="Calibri"/>
              </a:rPr>
              <a:t>Live quote thread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53712"/>
            <a:ext cx="10881360" cy="658368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2686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0C079"/>
                </a:solidFill>
                <a:latin typeface="Calibri"/>
              </a:rPr>
              <a:t>8:00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26864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EFE6"/>
                </a:solidFill>
                <a:latin typeface="Calibri"/>
              </a:rPr>
              <a:t>Fund a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62686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7B2A6"/>
                </a:solidFill>
                <a:latin typeface="Calibri"/>
              </a:rPr>
              <a:t>Donation call across all channels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03520"/>
            <a:ext cx="10881360" cy="658368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7667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0C079"/>
                </a:solidFill>
                <a:latin typeface="Calibri"/>
              </a:rPr>
              <a:t>9:30 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37667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2EFE6"/>
                </a:solidFill>
                <a:latin typeface="Calibri"/>
              </a:rPr>
              <a:t>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37667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7B2A6"/>
                </a:solidFill>
                <a:latin typeface="Calibri"/>
              </a:rPr>
              <a:t>Thank you and recap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4B"/>
                </a:solidFill>
                <a:latin typeface="Georgia"/>
              </a:rPr>
              <a:t>Channel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•  Photo Platform Stories, the live spine of the night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•  Short Video Platform for the community story tie in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•  Microblog for the keynote quote thread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•  Social Network and Professional Network for the recap next morning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FE6"/>
                </a:solidFill>
                <a:latin typeface="Calibri"/>
              </a:rPr>
              <a:t>•  Everything drafted and queued in advance, posted by hand on the night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4B"/>
                </a:solidFill>
                <a:latin typeface="Georgia"/>
              </a:rPr>
              <a:t>Shot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Room before doors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92024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Arrivals and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Table candids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82880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19" y="192024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Director at the podium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20040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Audience in the fund a need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10896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20040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Community story moment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Volunteers at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108960"/>
            <a:ext cx="2651760" cy="1097280"/>
          </a:xfrm>
          <a:prstGeom prst="roundRect">
            <a:avLst/>
          </a:prstGeom>
          <a:solidFill>
            <a:srgbClr val="2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3200400"/>
            <a:ext cx="2286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2EFE6"/>
                </a:solidFill>
                <a:latin typeface="Calibri"/>
              </a:rPr>
              <a:t>The thank you slide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24B"/>
                </a:solidFill>
                <a:latin typeface="Georgia"/>
              </a:rPr>
              <a:t>Coverage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424160" cy="4846320"/>
          </a:xfrm>
          <a:prstGeom prst="round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1645920"/>
          <a:ext cx="9966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C9A24B"/>
                </a:solidFill>
                <a:latin typeface="Georgia"/>
              </a:rPr>
              <a:t>Ready for the room.</a:t>
            </a:r>
          </a:p>
          <a:p>
            <a:pPr algn="ctr"/>
            <a:r>
              <a:rPr sz="1600" b="0">
                <a:solidFill>
                  <a:srgbClr val="F2EFE6"/>
                </a:solidFill>
                <a:latin typeface="Calibri"/>
              </a:rPr>
              <a:t>Batteries charged, posts queued, eyes up.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Sarah Patterson</dc:creator>
  <cp:keywords/>
  <dc:description/>
  <cp:lastModifiedBy>Sarah Patterson</cp:lastModifiedBy>
  <cp:revision>1</cp:revision>
  <dcterms:created xsi:type="dcterms:W3CDTF">2026-02-20T10:00:00Z</dcterms:created>
  <dcterms:modified xsi:type="dcterms:W3CDTF">2026-02-20T10:00:00Z</dcterms:modified>
  <cp:category/>
</cp:coreProperties>
</file>