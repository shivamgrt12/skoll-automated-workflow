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Free subscribers</c:v>
                </c:pt>
              </c:strCache>
            </c:strRef>
          </c:tx>
          <c:spPr>
            <a:solidFill>
              <a:srgbClr val="6E4B6E"/>
            </a:solidFill>
            <a:ln>
              <a:solidFill>
                <a:srgbClr val="6E4B6E"/>
              </a:solidFill>
            </a:ln>
          </c:spPr>
          <c:cat>
            <c:strRef>
              <c:f>Sheet1!$A$2:$A$5</c:f>
              <c:strCache>
                <c:ptCount val="4"/>
                <c:pt idx="0">
                  <c:v>Soft launch</c:v>
                </c:pt>
                <c:pt idx="1">
                  <c:v>Month 1</c:v>
                </c:pt>
                <c:pt idx="2">
                  <c:v>Month 2</c:v>
                </c:pt>
                <c:pt idx="3">
                  <c:v>Quarter end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95</c:v>
                </c:pt>
                <c:pt idx="2">
                  <c:v>150</c:v>
                </c:pt>
                <c:pt idx="3">
                  <c:v>210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6E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63840" y="0"/>
            <a:ext cx="365760" cy="6858000"/>
          </a:xfrm>
          <a:prstGeom prst="rect">
            <a:avLst/>
          </a:prstGeom>
          <a:solidFill>
            <a:srgbClr val="C98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69494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6E4B6E"/>
                </a:solidFill>
                <a:latin typeface="Georgia"/>
              </a:rPr>
              <a:t>Plain Voice</a:t>
            </a:r>
          </a:p>
          <a:p>
            <a:pPr algn="l"/>
            <a:r>
              <a:rPr sz="2200" b="0">
                <a:solidFill>
                  <a:srgbClr val="2C2530"/>
                </a:solidFill>
                <a:latin typeface="Calibri"/>
              </a:rPr>
              <a:t>A newsletter launch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2743200"/>
            <a:ext cx="3383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3EAF0"/>
                </a:solidFill>
                <a:latin typeface="Calibri"/>
              </a:rPr>
              <a:t>Honest writing about the work we underpay.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6E4B6E"/>
                </a:solidFill>
                <a:latin typeface="Georgia"/>
              </a:rPr>
              <a:t>The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822960" cy="109728"/>
          </a:xfrm>
          <a:prstGeom prst="rect">
            <a:avLst/>
          </a:prstGeom>
          <a:solidFill>
            <a:srgbClr val="C98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4241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C2530"/>
                </a:solidFill>
                <a:latin typeface="Calibri"/>
              </a:rPr>
              <a:t>A roughly monthly newsletter of personal essays.</a:t>
            </a:r>
          </a:p>
          <a:p>
            <a:pPr algn="l"/>
            <a:r>
              <a:rPr sz="1600" b="0">
                <a:solidFill>
                  <a:srgbClr val="6E6470"/>
                </a:solidFill>
                <a:latin typeface="Calibri"/>
              </a:rPr>
              <a:t>The writing that does not fit in a caption. Nonprofit life, the cost of being the funny one, learning to let a room get quiet.</a:t>
            </a:r>
          </a:p>
          <a:p>
            <a:pPr algn="l"/>
            <a:r>
              <a:rPr sz="1600" b="0">
                <a:solidFill>
                  <a:srgbClr val="6E6470"/>
                </a:solidFill>
                <a:latin typeface="Calibri"/>
              </a:rPr>
              <a:t>Free to read, with a paid tier later for those who want to support it.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6E4B6E"/>
                </a:solidFill>
                <a:latin typeface="Georgia"/>
              </a:rPr>
              <a:t>Milestones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39496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64592" cy="868680"/>
          </a:xfrm>
          <a:prstGeom prst="rect">
            <a:avLst/>
          </a:prstGeom>
          <a:solidFill>
            <a:srgbClr val="7FA0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19" y="1737360"/>
            <a:ext cx="2194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6E4B6E"/>
                </a:solidFill>
                <a:latin typeface="Calibri"/>
              </a:rPr>
              <a:t>Oct 25,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39" y="1737360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C2530"/>
                </a:solidFill>
                <a:latin typeface="Calibri"/>
              </a:rPr>
              <a:t>Lock the name and voice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539496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651760"/>
            <a:ext cx="164592" cy="868680"/>
          </a:xfrm>
          <a:prstGeom prst="rect">
            <a:avLst/>
          </a:prstGeom>
          <a:solidFill>
            <a:srgbClr val="7FA0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19" y="2743200"/>
            <a:ext cx="2194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6E4B6E"/>
                </a:solidFill>
                <a:latin typeface="Calibri"/>
              </a:rPr>
              <a:t>Nov 20,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39" y="2743200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C2530"/>
                </a:solidFill>
                <a:latin typeface="Calibri"/>
              </a:rPr>
              <a:t>Draft the first three essays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57600"/>
            <a:ext cx="539496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657600"/>
            <a:ext cx="164592" cy="868680"/>
          </a:xfrm>
          <a:prstGeom prst="rect">
            <a:avLst/>
          </a:prstGeom>
          <a:solidFill>
            <a:srgbClr val="7FA0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19" y="3749039"/>
            <a:ext cx="2194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6E4B6E"/>
                </a:solidFill>
                <a:latin typeface="Calibri"/>
              </a:rPr>
              <a:t>Dec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39" y="3749039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C2530"/>
                </a:solidFill>
                <a:latin typeface="Calibri"/>
              </a:rPr>
              <a:t>Stage the mailing list and seed early readers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645920"/>
            <a:ext cx="539496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645920"/>
            <a:ext cx="164592" cy="868680"/>
          </a:xfrm>
          <a:prstGeom prst="rect">
            <a:avLst/>
          </a:prstGeom>
          <a:solidFill>
            <a:srgbClr val="7FA0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1737360"/>
            <a:ext cx="2194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6E4B6E"/>
                </a:solidFill>
                <a:latin typeface="Calibri"/>
              </a:rPr>
              <a:t>Jan 20,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1737360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C2530"/>
                </a:solidFill>
                <a:latin typeface="Calibri"/>
              </a:rPr>
              <a:t>Soft launch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651760"/>
            <a:ext cx="539496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2651760"/>
            <a:ext cx="164592" cy="868680"/>
          </a:xfrm>
          <a:prstGeom prst="rect">
            <a:avLst/>
          </a:prstGeom>
          <a:solidFill>
            <a:srgbClr val="7FA0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0"/>
            <a:ext cx="2194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6E4B6E"/>
                </a:solidFill>
                <a:latin typeface="Calibri"/>
              </a:rPr>
              <a:t>Feb 15,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743200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C2530"/>
                </a:solidFill>
                <a:latin typeface="Calibri"/>
              </a:rPr>
              <a:t>First paid post test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3657600"/>
            <a:ext cx="539496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3657600"/>
            <a:ext cx="164592" cy="868680"/>
          </a:xfrm>
          <a:prstGeom prst="rect">
            <a:avLst/>
          </a:prstGeom>
          <a:solidFill>
            <a:srgbClr val="7FA0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3749039"/>
            <a:ext cx="2194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6E4B6E"/>
                </a:solidFill>
                <a:latin typeface="Calibri"/>
              </a:rPr>
              <a:t>Mar 31,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3749039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C2530"/>
                </a:solidFill>
                <a:latin typeface="Calibri"/>
              </a:rPr>
              <a:t>Two hundred free subscribers</a:t>
            </a:r>
          </a:p>
        </p:txBody>
      </p:sp>
    </p:spTree>
  </p:cSld>
  <p:clrMapOvr>
    <a:masterClrMapping/>
  </p:clrMapOvr>
  <p:transition spd="med">
    <p:wipe dir="d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6E4B6E"/>
                </a:solidFill>
                <a:latin typeface="Georgia"/>
              </a:rPr>
              <a:t>What I will write about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520440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640080" y="1828800"/>
            <a:ext cx="3520440" cy="548640"/>
          </a:xfrm>
          <a:prstGeom prst="round2SameRect">
            <a:avLst/>
          </a:prstGeom>
          <a:solidFill>
            <a:srgbClr val="6E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The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30175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2530"/>
                </a:solidFill>
                <a:latin typeface="Calibri"/>
              </a:rPr>
              <a:t>The nonprofit world from the inside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520440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>
            <a:off x="4343400" y="1828800"/>
            <a:ext cx="3520440" cy="548640"/>
          </a:xfrm>
          <a:prstGeom prst="round2SameRect">
            <a:avLst/>
          </a:prstGeom>
          <a:solidFill>
            <a:srgbClr val="7FA0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901952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The 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651760"/>
            <a:ext cx="30175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2530"/>
                </a:solidFill>
                <a:latin typeface="Calibri"/>
              </a:rPr>
              <a:t>Burnout, the funny one, the quiet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520440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8046720" y="1828800"/>
            <a:ext cx="3520440" cy="548640"/>
          </a:xfrm>
          <a:prstGeom prst="round2SameRect">
            <a:avLst/>
          </a:prstGeom>
          <a:solidFill>
            <a:srgbClr val="C98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901952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The Home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651760"/>
            <a:ext cx="30175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2530"/>
                </a:solidFill>
                <a:latin typeface="Calibri"/>
              </a:rPr>
              <a:t>Family, Atlanta, the small good things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6E4B6E"/>
                </a:solidFill>
                <a:latin typeface="Georgia"/>
              </a:rPr>
              <a:t>Subscriber goal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417320"/>
            <a:ext cx="10424160" cy="4846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1645920"/>
          <a:ext cx="99669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Georgia"/>
              </a:rPr>
              <a:t>Start small. Send the first one.</a:t>
            </a:r>
          </a:p>
          <a:p>
            <a:pPr algn="ctr"/>
            <a:r>
              <a:rPr sz="1600" b="0">
                <a:solidFill>
                  <a:srgbClr val="F3EAF0"/>
                </a:solidFill>
                <a:latin typeface="Calibri"/>
              </a:rPr>
              <a:t>Three essays in the folder, a list staged, and a date on the calendar.</a:t>
            </a:r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Sarah Patterson</dc:creator>
  <cp:keywords/>
  <dc:description/>
  <cp:lastModifiedBy>Sarah Patterson</cp:lastModifiedBy>
  <cp:revision>1</cp:revision>
  <dcterms:created xsi:type="dcterms:W3CDTF">2026-02-20T10:00:00Z</dcterms:created>
  <dcterms:modified xsi:type="dcterms:W3CDTF">2026-02-20T10:00:00Z</dcterms:modified>
  <cp:category/>
</cp:coreProperties>
</file>