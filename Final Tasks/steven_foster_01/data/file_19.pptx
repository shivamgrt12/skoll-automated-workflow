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266"/>
                </a:solidFill>
              </a:rPr>
              <a:t>ENGINEERING PROGRAM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Platform Migration: State of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B6266"/>
                </a:solidFill>
              </a:rPr>
              <a:t>Fourteen-engineer team, enterprise logistics platform. Notes I keep for myself ahead of the planning conversation and the board demo. Nothing here leaves the laptop.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Where the program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migration is the thing everyone is watching and the board sees the outcome of it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Two leads under me, twelve individual contributors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Anwar Rashid carries more of the technical weight than his title admits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work has a natural seam after the demo; before that seam there is no quiet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266"/>
                </a:solidFill>
              </a:rPr>
              <a:t>The team is good. That is not the same as the plan being resilient.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Where the single points of failure actually 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Not where the org chart says. The chart says two leads and an even split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In practice: the migration design, the rollback path, and the data reconciliation all route through one person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If the plan only works because one person never takes a day off, it is not a plan, it is a wish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Second-order risk: the people who could absorb that load have never been asked to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This is the half of the picture I am closest to and therefore worst at judging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What quietly breaks in a ninety day absence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things nobody notices until they have already broken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Cross-timezone coordination with the India team, which currently runs on my late evenings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escalation path, which is informal and ends at me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Design review throughput, which is the bottleneck the retro keeps surfacing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board narrative, which one person has been telling end to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Timing, costed both 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Opening before the dust settles: cheaper for me, more expensive for the program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The demo narrative would pass to someone who has not been telling it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Opening after the demo: more expensive for me, cleaner for the program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The seam is real and the handover has a natural boundary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 want both versions costed honestly rather than only the one that flatters 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What Claire would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A coverage picture a skeptical VP could push on without finding a soft spot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Who absorbs what, named, not implied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What genuinely cannot move, and what only feels like it cannot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An honest read on Anwar, including what it would cost him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money side handled and not her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266"/>
                </a:solidFill>
              </a:rPr>
              <a:t>She reads everything slowly and with a pencil. A hole in the middle gets found in four minutes.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