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266"/>
                </a:solidFill>
              </a:rPr>
              <a:t>PRIVATE FINANCE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Runway and the Sabbatical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B6266"/>
                </a:solidFill>
              </a:rPr>
              <a:t>Feasibility worked with the same rigor as an architecture review. For me, not for anyone else. Figures as of the February snapshot, rounded to the nearest thousand.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Three months, unpaid, early next year. Can I carry it without touching anything I would regret touching?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Not whether I want it. Whether the numbers permit it, and whether the numbers are the real ones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Unpaid means no salary, no bonus accrual, no deferral and no match for any period without eligible pay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health premium goes to full cost, direct billed, for the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The honest answer today is that I do not know, and that is the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I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Liquid assets, total 512,000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Brokerage, Vanguard 7745: 410,000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Savings, Ally 6207: 90,000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Checking, Chase 4821: 12,000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Restricted, excluded from the runway by design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401(k), Fidelity 3318: 920,000, do not draw before retirement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5B6266"/>
                </a:solidFill>
              </a:rPr>
              <a:t>     Townhouse equity: 380,000, not liquid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Liquid only. Retirement and home equity are not runway.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Baseline monthly expenses: 5,830, from the budget sheet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Added health premium during unpaid leave: 700, out-of-pocket estimate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Adjusted monthly during a sabbatical: 6,530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Three-month sabbatical cost: 19,590, being 6,530 x 3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Forgone take-home across ninety days: 30,600, being 10,200 x 3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Total cash effect: roughly 50,190, spend plus forgone income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The model says 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Runway, liquid divided by baseline expenses: 88 months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Runway in years: 7.3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Cost as a share of total liquid: under four percent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Cost as a share of savings alone: about twenty-two percent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Conclusion on the sheet: sabbatical fits comfortably, it consumes liquid buffer, not retirement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This is what the sheet says. I built the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Why I do not trust it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5,830 came out of a budget I made and have not audited since I made 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I have never checked it against what actually left the accounts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700 premium is an estimate I typed in, not a figure anyone quoted me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subscription line is 165 and only three of seven services show up in the bank record on their own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 side income is real now and I cannot say what it earns to a defensible figure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Three sources for that income and I have never reconciled any two of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266"/>
                </a:solidFill>
              </a:rPr>
              <a:t>A number you have not looked at in two years is a story, not a measurement.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</a:rPr>
              <a:t>What would make this decision-ready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Rebuild the burn from the transaction history, not from the tracker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Name the categories the bank cannot see and keep the tracker only for those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Get a real premium figure from benefits before quoting 700 to anyone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Reconcile the licensing income, or state plainly that it cannot be reconciled and leave it out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Cost the leave both ways: opening before the migration settles, and opening after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</a:rPr>
              <a:t>- Then, and only then, put it in front of Claire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