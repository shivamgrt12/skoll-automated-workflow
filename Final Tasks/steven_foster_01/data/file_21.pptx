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B6266"/>
                </a:solidFill>
              </a:rPr>
              <a:t>SIDE PROJECT DESIGN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1A"/>
                </a:solidFill>
              </a:rPr>
              <a:t>rustpath: Paths on the Terminal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B6266"/>
                </a:solidFill>
              </a:rPr>
              <a:t>A small command line tool in Rust, written from scratch. Saturday afternoons. Fast filesystem path inspection and manipulation, built because composing find and xargs produced something unreadable a week later.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Why 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Learn Rust properly, which means shipping something real rather than finishing a tutorial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Answer path questions directly instead of composing three tools into an unreadable pipeline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Run fast on a large tree, because the naive walk was the baseline to beat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Behave identically on every machine, which turned out to be the hardest requirement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Stay readable, because I am the one reading it in two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B6266"/>
                </a:solidFill>
              </a:rPr>
              <a:t>Started as a complaint. Complaints make better projects than ideas.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inspect: type, size, permissions, and link target for a path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5B6266"/>
                </a:solidFill>
              </a:rPr>
              <a:t>     the default command, the one I use twenty times a day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walk: parallel directory walk with filters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5B6266"/>
                </a:solidFill>
              </a:rPr>
              <a:t>     rayon underneath; benchmarked against a naive walk from day one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match: glob and pattern matching against a tree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5B6266"/>
                </a:solidFill>
              </a:rPr>
              <a:t>     the part that taught me lifetimes properly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stats: aggregate counts and sizes by extension or depth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norm: normalise a path, resolve or preserve links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What it taught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Ownership stopped being a rule I recited and became a way of holding the problem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I wrote the same glob matcher in C twenty years ago; this one cannot leak and cannot alias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I assumed the fight would be with threads. It was with the borrow checker, and it was right every time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No unwrap in library code turned out to be a design constraint, not a style rule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Cross-platform path handling is a whole project hiding inside a function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B6266"/>
                </a:solidFill>
              </a:rPr>
              <a:t>Thirty years in and a language still changed how I think. That is the reason to do this.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Where it stands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Done: parsing, records, glob engine, parallel walk, error handling, normalisation, benchmarks, 1.0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Done: licence key validation, offline only, nothing about a user tree leaves the machine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In progress: Windows installer, the last real gap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In progress: shell completions for bash and zsh, half written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To do: plugin interface, only if the design holds up, which it probably does not yet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To do: 2.0 scope, which depends on what the next year actually looks like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The part I keep avoiding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It stopped being a toy about a year in. Real companies pay for it now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Three tiers plus a support retainer, and a sponsorship line that is goodwill rather than a licence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Receipts go through the processor; the ledger is a light thing I keep for the CPA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There is a second ledger I mirror into because I did not fully trust the first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I have never reconciled the three against each other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B6266"/>
                </a:solidFill>
              </a:rPr>
              <a:t>That is the job I keep pushing to the week after next.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