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822960"/>
            <a:ext cx="146304" cy="521208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A2230"/>
                </a:solidFill>
                <a:latin typeface="Georgia"/>
              </a:rPr>
              <a:t>Senior Year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B8862F"/>
                </a:solidFill>
                <a:latin typeface="Georgia"/>
              </a:rPr>
              <a:t>Game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0233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F5D57"/>
                </a:solidFill>
                <a:latin typeface="Georgia"/>
              </a:rPr>
              <a:t>One page, no fluff. Reread on the first of each month.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4864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F5D57"/>
                </a:solidFill>
                <a:latin typeface="Calibri"/>
              </a:rPr>
              <a:t>Brian Patterson   .   written January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862F"/>
                </a:solidFill>
                <a:latin typeface="Calibri"/>
              </a:rPr>
              <a:t>WHY THIS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Everything interests me, and saying no feels like closing a door. The cost is sleep and a calendar that would make an assistant weep.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 i="1">
                <a:solidFill>
                  <a:srgbClr val="F3D9C2"/>
                </a:solidFill>
                <a:latin typeface="Georgia"/>
              </a:rPr>
              <a:t>So I write the year down, and I check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B9B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Academic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Hold the GPA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Scholarships depend on it and there is no margin.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063239"/>
            <a:ext cx="457200" cy="457200"/>
          </a:xfrm>
          <a:prstGeom prst="ellipse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0175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Finish the literature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Earn a strong reference from Dr. Voss on the municipal governance work.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389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Sharpen the argument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Keep separating the budget vote from the follow up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F5D57"/>
                </a:solidFill>
                <a:latin typeface="Calibri"/>
              </a:rPr>
              <a:t>Reread on the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F5D5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1C20"/>
                </a:solidFill>
                <a:latin typeface="Calibri"/>
              </a:rPr>
              <a:t>Land one of the policy internships for the winter term.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120640" cy="2377440"/>
          </a:xfrm>
          <a:prstGeom prst="rect">
            <a:avLst/>
          </a:prstGeom>
          <a:solidFill>
            <a:srgbClr val="FFFFFF"/>
          </a:solidFill>
          <a:ln w="17780">
            <a:solidFill>
              <a:srgbClr val="3F7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120640" cy="128016"/>
          </a:xfrm>
          <a:prstGeom prst="rect">
            <a:avLst/>
          </a:prstGeom>
          <a:solidFill>
            <a:srgbClr val="3F7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F7D56"/>
                </a:solidFill>
                <a:latin typeface="Georgia"/>
              </a:rPr>
              <a:t>Albany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2F"/>
                </a:solidFill>
                <a:latin typeface="Calibri"/>
              </a:rPr>
              <a:t>THE SAFE BET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New York State Assembly session intern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120640" cy="2377440"/>
          </a:xfrm>
          <a:prstGeom prst="rect">
            <a:avLst/>
          </a:prstGeom>
          <a:solidFill>
            <a:srgbClr val="FFFFFF"/>
          </a:solidFill>
          <a:ln w="17780">
            <a:solidFill>
              <a:srgbClr val="7A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120640" cy="128016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A2230"/>
                </a:solidFill>
                <a:latin typeface="Georgia"/>
              </a:rPr>
              <a:t>Washington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2F"/>
                </a:solidFill>
                <a:latin typeface="Calibri"/>
              </a:rPr>
              <a:t>THE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657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Urban Institute, interview 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2A1C20"/>
                </a:solidFill>
                <a:latin typeface="Calibri"/>
              </a:rPr>
              <a:t>By spring, a clear postgraduation plan toward local or state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F5D5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3F7D56"/>
                </a:solidFill>
                <a:latin typeface="Georgia"/>
              </a:rPr>
              <a:t>$50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F5D57"/>
                </a:solidFill>
                <a:latin typeface="Calibri"/>
              </a:rPr>
              <a:t>saved every month, even when it is tight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120640" cy="2926080"/>
          </a:xfrm>
          <a:prstGeom prst="rect">
            <a:avLst/>
          </a:prstGeom>
          <a:solidFill>
            <a:srgbClr val="F5ECE0"/>
          </a:solidFill>
          <a:ln w="15240">
            <a:solidFill>
              <a:srgbClr val="B88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214884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7A2230"/>
                </a:solidFill>
                <a:latin typeface="Georgia"/>
              </a:rPr>
              <a:t>The cushion buys calm.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A1C20"/>
                </a:solidFill>
                <a:latin typeface="Calibri"/>
              </a:rPr>
              <a:t>Hold monthly expenses near $965 and check the tracker on the first. Savings at $1,800 and growing.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F5D5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64592" cy="91440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Sleep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More than six hours at least three nights a week. Stop pretending it does not matter.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64592" cy="91440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People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Protect time with Marcus and dinners with friends. Not the thing to cut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164592" cy="91440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1C20"/>
                </a:solidFill>
                <a:latin typeface="Calibri"/>
              </a:rPr>
              <a:t>Health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F5D57"/>
                </a:solidFill>
                <a:latin typeface="Calibri"/>
              </a:rPr>
              <a:t>Drink the water. Run easy. Call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F5D5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12191695" cy="91440"/>
          </a:xfrm>
          <a:prstGeom prst="rect">
            <a:avLst/>
          </a:prstGeom>
          <a:solidFill>
            <a:srgbClr val="B8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1">
                <a:solidFill>
                  <a:srgbClr val="FFFFFF"/>
                </a:solidFill>
                <a:latin typeface="Georgia"/>
              </a:rPr>
              <a:t>Overcommitted on purpose. Worth it on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3D9C2"/>
                </a:solidFill>
                <a:latin typeface="Calibri"/>
              </a:rPr>
              <a:t>First of the month. Read it again.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Patterson</dc:creator>
  <cp:lastModifiedBy>Brian Patterson</cp:lastModifiedBy>
  <cp:revision>1</cp:revision>
  <dcterms:created xsi:type="dcterms:W3CDTF">2025-11-05T10:00:00Z</dcterms:created>
  <dcterms:modified xsi:type="dcterms:W3CDTF">2025-11-05T10:00:00Z</dcterms:modified>
</cp:coreProperties>
</file>