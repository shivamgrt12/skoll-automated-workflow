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Proceeds</c:v>
                </c:pt>
              </c:strCache>
            </c:strRef>
          </c:tx>
          <c:dPt>
            <c:idx val="0"/>
            <c:spPr>
              <a:solidFill>
                <a:srgbClr val="D4452F"/>
              </a:solidFill>
            </c:spPr>
          </c:dPt>
          <c:dPt>
            <c:idx val="1"/>
            <c:spPr>
              <a:solidFill>
                <a:srgbClr val="E0A85A"/>
              </a:solidFill>
            </c:spPr>
          </c:dPt>
          <c:dPt>
            <c:idx val="2"/>
            <c:spPr>
              <a:solidFill>
                <a:srgbClr val="B78F7C"/>
              </a:solidFill>
            </c:spPr>
          </c:dPt>
          <c:cat>
            <c:strRef>
              <c:f>Sheet1!$A$2:$A$4</c:f>
              <c:strCache>
                <c:ptCount val="3"/>
                <c:pt idx="0">
                  <c:v>Veterans relief fund</c:v>
                </c:pt>
                <c:pt idx="1">
                  <c:v>Supplies recovered</c:v>
                </c:pt>
                <c:pt idx="2">
                  <c:v>Hall and utilities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F7EDE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000">
          <a:solidFill>
            <a:srgbClr val="B78F7C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_fishf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2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29584"/>
            <a:ext cx="12191695" cy="54864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4452F"/>
                </a:solidFill>
                <a:latin typeface="Calibri"/>
              </a:rPr>
              <a:t>EVENT OPERATIONS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7EDE1"/>
                </a:solidFill>
                <a:latin typeface="Calibri"/>
              </a:rPr>
              <a:t>Veterans Day Fish Fry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3C8B4"/>
                </a:solidFill>
                <a:latin typeface="Calibri"/>
              </a:rPr>
              <a:t>American Legion Post 99, Brooksville, Wednesday November 11,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78F7C"/>
                </a:solidFill>
                <a:latin typeface="Calibri"/>
              </a:rPr>
              <a:t>Carlos Bennett on lead fry, with the Post 99 auxiliary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ON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7EDE1"/>
                </a:solidFill>
                <a:latin typeface="Calibri"/>
              </a:rPr>
              <a:t>What is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Post 99 Fish Fry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349240" cy="9144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737360"/>
            <a:ext cx="566928" cy="566928"/>
          </a:xfrm>
          <a:prstGeom prst="ellipse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37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141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007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The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66543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78F7C"/>
                </a:solidFill>
                <a:latin typeface="Calibri"/>
              </a:rPr>
              <a:t>What we are putting 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54480"/>
            <a:ext cx="5349240" cy="9144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9672" y="1737360"/>
            <a:ext cx="566928" cy="566928"/>
          </a:xfrm>
          <a:prstGeom prst="ellipse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737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1414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7007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The menu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66543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78F7C"/>
                </a:solidFill>
                <a:latin typeface="Calibri"/>
              </a:rPr>
              <a:t>Fried fish and the fixings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33472"/>
            <a:ext cx="5349240" cy="9144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2816352"/>
            <a:ext cx="566928" cy="566928"/>
          </a:xfrm>
          <a:prstGeom prst="ellipse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1414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7797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Run of show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1455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78F7C"/>
                </a:solidFill>
                <a:latin typeface="Calibri"/>
              </a:rPr>
              <a:t>Setup to last plate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633472"/>
            <a:ext cx="5349240" cy="9144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9672" y="2816352"/>
            <a:ext cx="566928" cy="566928"/>
          </a:xfrm>
          <a:prstGeom prst="ellipse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1414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7797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Crew and 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1455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78F7C"/>
                </a:solidFill>
                <a:latin typeface="Calibri"/>
              </a:rPr>
              <a:t>Who does what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12463"/>
            <a:ext cx="5349240" cy="9144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6112" y="3895344"/>
            <a:ext cx="566928" cy="566928"/>
          </a:xfrm>
          <a:prstGeom prst="ellipse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8953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1414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38587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Sourcing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22452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78F7C"/>
                </a:solidFill>
                <a:latin typeface="Calibri"/>
              </a:rPr>
              <a:t>Fish and quantities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712463"/>
            <a:ext cx="5349240" cy="9144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19672" y="3895344"/>
            <a:ext cx="566928" cy="566928"/>
          </a:xfrm>
          <a:prstGeom prst="ellipse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38953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1414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8587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Proceeds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22452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78F7C"/>
                </a:solidFill>
                <a:latin typeface="Calibri"/>
              </a:rPr>
              <a:t>Where the money goes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THE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7EDE1"/>
                </a:solidFill>
                <a:latin typeface="Calibri"/>
              </a:rPr>
              <a:t>Veterans Day fish fry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Post 99 Fish Fry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13716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2560320" cy="109728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E0A85A"/>
                </a:solidFill>
                <a:latin typeface="Calibri"/>
              </a:rPr>
              <a:t>Nov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78F7C"/>
                </a:solidFill>
                <a:latin typeface="Calibri"/>
              </a:rPr>
              <a:t>Wednesday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645920"/>
            <a:ext cx="2560320" cy="13716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1645920"/>
            <a:ext cx="2560320" cy="109728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828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E0A85A"/>
                </a:solidFill>
                <a:latin typeface="Calibri"/>
              </a:rPr>
              <a:t>4:30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78F7C"/>
                </a:solidFill>
                <a:latin typeface="Calibri"/>
              </a:rPr>
              <a:t>Doors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645920"/>
            <a:ext cx="2560320" cy="13716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645920"/>
            <a:ext cx="2560320" cy="109728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828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E0A85A"/>
                </a:solidFill>
                <a:latin typeface="Calibri"/>
              </a:rPr>
              <a:t>5:00 to 7:30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78F7C"/>
                </a:solidFill>
                <a:latin typeface="Calibri"/>
              </a:rPr>
              <a:t>Serving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45920"/>
            <a:ext cx="2560320" cy="13716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645920"/>
            <a:ext cx="2560320" cy="109728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828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E0A85A"/>
                </a:solidFill>
                <a:latin typeface="Calibri"/>
              </a:rPr>
              <a:t>~120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78F7C"/>
                </a:solidFill>
                <a:latin typeface="Calibri"/>
              </a:rPr>
              <a:t>Plates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91840"/>
            <a:ext cx="5349240" cy="246888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291840"/>
            <a:ext cx="91440" cy="2468880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45643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The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3950208"/>
            <a:ext cx="4892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Held at the Post 99 hall, 1450 Howell Avenue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Carlos on lead fry, two fryers running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Auxiliary handles hush puppies, slaw, and grits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Setup starts at 2:00 PM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291840"/>
            <a:ext cx="5074920" cy="246888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291840"/>
            <a:ext cx="91440" cy="2468880"/>
          </a:xfrm>
          <a:prstGeom prst="rect">
            <a:avLst/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45643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The tradition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3950208"/>
            <a:ext cx="4617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Donated fish fry, annual since 2017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Proceeds go to the veterans relief fund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The fish fry keeps the hall full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Diane helps plate the line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ON THE 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7EDE1"/>
                </a:solidFill>
                <a:latin typeface="Calibri"/>
              </a:rPr>
              <a:t>The 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Post 99 Fish Fry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118872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1440" cy="1188720"/>
          </a:xfrm>
          <a:prstGeom prst="rect">
            <a:avLst/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Fried grouper and mullet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942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E3C8B4"/>
                </a:solidFill>
                <a:latin typeface="Calibri"/>
              </a:rPr>
              <a:t>Lead fry, cornmeal crust, hot from the fryer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45920"/>
            <a:ext cx="5303520" cy="118872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645920"/>
            <a:ext cx="91440" cy="1188720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8105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Hush puppies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24942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E3C8B4"/>
                </a:solidFill>
                <a:latin typeface="Calibri"/>
              </a:rPr>
              <a:t>Auxiliary, fried in small batches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5303520" cy="118872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17520"/>
            <a:ext cx="91440" cy="1188720"/>
          </a:xfrm>
          <a:prstGeom prst="rect">
            <a:avLst/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821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Coleslaw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2102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E3C8B4"/>
                </a:solidFill>
                <a:latin typeface="Calibri"/>
              </a:rPr>
              <a:t>Cool, crisp, made the morning 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017520"/>
            <a:ext cx="5303520" cy="118872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017520"/>
            <a:ext cx="91440" cy="1188720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31821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Stone ground grits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62102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E3C8B4"/>
                </a:solidFill>
                <a:latin typeface="Calibri"/>
              </a:rPr>
              <a:t>Held hot on the burner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5303520" cy="118872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389120"/>
            <a:ext cx="91440" cy="1188720"/>
          </a:xfrm>
          <a:prstGeom prst="rect">
            <a:avLst/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5537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Sweet tea and lemonade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9262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E3C8B4"/>
                </a:solidFill>
                <a:latin typeface="Calibri"/>
              </a:rPr>
              <a:t>By the gallon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389120"/>
            <a:ext cx="5303520" cy="118872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389120"/>
            <a:ext cx="91440" cy="1188720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45537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Peach cobbler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499262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E3C8B4"/>
                </a:solidFill>
                <a:latin typeface="Calibri"/>
              </a:rPr>
              <a:t>Dessert table, donated</a:t>
            </a:r>
          </a:p>
        </p:txBody>
      </p:sp>
    </p:spTree>
  </p:cSld>
  <p:clrMapOvr>
    <a:masterClrMapping/>
  </p:clrMapOvr>
  <p:transition spd="med">
    <p:cover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RUN OF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7EDE1"/>
                </a:solidFill>
                <a:latin typeface="Calibri"/>
              </a:rPr>
              <a:t>Setup to last 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Post 99 Fish Fry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554480" cy="676656"/>
          </a:xfrm>
          <a:prstGeom prst="round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1554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A1414"/>
                </a:solidFill>
                <a:latin typeface="Calibri"/>
              </a:rPr>
              <a:t>2:00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600200"/>
            <a:ext cx="8961120" cy="676656"/>
          </a:xfrm>
          <a:prstGeom prst="round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673352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7EDE1"/>
                </a:solidFill>
                <a:latin typeface="Calibri"/>
              </a:rP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73352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E3C8B4"/>
                </a:solidFill>
                <a:latin typeface="Calibri"/>
              </a:rPr>
              <a:t>Fryers, tables, and the serving line in 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41448"/>
            <a:ext cx="1554480" cy="676656"/>
          </a:xfrm>
          <a:prstGeom prst="round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41448"/>
            <a:ext cx="1554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A1414"/>
                </a:solidFill>
                <a:latin typeface="Calibri"/>
              </a:rPr>
              <a:t>3:30 PM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2441448"/>
            <a:ext cx="8961120" cy="676656"/>
          </a:xfrm>
          <a:prstGeom prst="round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51460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7EDE1"/>
                </a:solidFill>
                <a:latin typeface="Calibri"/>
              </a:rPr>
              <a:t>Oil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514600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E3C8B4"/>
                </a:solidFill>
                <a:latin typeface="Calibri"/>
              </a:rPr>
              <a:t>Bring the fryers to temperature, stage the fish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82696"/>
            <a:ext cx="1554480" cy="676656"/>
          </a:xfrm>
          <a:prstGeom prst="round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82696"/>
            <a:ext cx="1554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A1414"/>
                </a:solidFill>
                <a:latin typeface="Calibri"/>
              </a:rPr>
              <a:t>4:30 PM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282696"/>
            <a:ext cx="8961120" cy="676656"/>
          </a:xfrm>
          <a:prstGeom prst="round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35584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7EDE1"/>
                </a:solidFill>
                <a:latin typeface="Calibri"/>
              </a:rPr>
              <a:t>Doors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355848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E3C8B4"/>
                </a:solidFill>
                <a:latin typeface="Calibri"/>
              </a:rPr>
              <a:t>Doors open, sweet tea poured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23944"/>
            <a:ext cx="1554480" cy="676656"/>
          </a:xfrm>
          <a:prstGeom prst="round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23944"/>
            <a:ext cx="1554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A1414"/>
                </a:solidFill>
                <a:latin typeface="Calibri"/>
              </a:rPr>
              <a:t>5:00 PM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4123944"/>
            <a:ext cx="8961120" cy="676656"/>
          </a:xfrm>
          <a:prstGeom prst="round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4197096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7EDE1"/>
                </a:solidFill>
                <a:latin typeface="Calibri"/>
              </a:rPr>
              <a:t>Serving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197096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E3C8B4"/>
                </a:solidFill>
                <a:latin typeface="Calibri"/>
              </a:rPr>
              <a:t>Plates moving, two fryers running steady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65192"/>
            <a:ext cx="1554480" cy="676656"/>
          </a:xfrm>
          <a:prstGeom prst="round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65192"/>
            <a:ext cx="1554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A1414"/>
                </a:solidFill>
                <a:latin typeface="Calibri"/>
              </a:rPr>
              <a:t>7:30 PM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4965192"/>
            <a:ext cx="8961120" cy="676656"/>
          </a:xfrm>
          <a:prstGeom prst="round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5038344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7EDE1"/>
                </a:solidFill>
                <a:latin typeface="Calibri"/>
              </a:rPr>
              <a:t>Last plate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038344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E3C8B4"/>
                </a:solidFill>
                <a:latin typeface="Calibri"/>
              </a:rPr>
              <a:t>Wind down, break the line, clean the fryers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WHO DOES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7EDE1"/>
                </a:solidFill>
                <a:latin typeface="Calibri"/>
              </a:rPr>
              <a:t>Crew and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Post 99 Fish Fry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18288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562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E0A85A"/>
                </a:solidFill>
                <a:latin typeface="Calibri"/>
              </a:rPr>
              <a:t>Lead fry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40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7EDE1"/>
                </a:solidFill>
                <a:latin typeface="Calibri"/>
              </a:rPr>
              <a:t>Carlos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5176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E3C8B4"/>
                </a:solidFill>
                <a:latin typeface="Calibri"/>
              </a:rPr>
              <a:t>Runs both fryers, calls the fish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429000" cy="18288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8562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E0A85A"/>
                </a:solidFill>
                <a:latin typeface="Calibri"/>
              </a:rPr>
              <a:t>Second fryer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40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7EDE1"/>
                </a:solidFill>
                <a:latin typeface="Calibri"/>
              </a:rPr>
              <a:t>Post volunteer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65176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E3C8B4"/>
                </a:solidFill>
                <a:latin typeface="Calibri"/>
              </a:rPr>
              <a:t>Hush puppies and second batches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429000" cy="18288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562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E0A85A"/>
                </a:solidFill>
                <a:latin typeface="Calibri"/>
              </a:rPr>
              <a:t>Sides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40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7EDE1"/>
                </a:solidFill>
                <a:latin typeface="Calibri"/>
              </a:rPr>
              <a:t>Auxiliary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65176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E3C8B4"/>
                </a:solidFill>
                <a:latin typeface="Calibri"/>
              </a:rPr>
              <a:t>Slaw, grits, and the dessert 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3429000" cy="18288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8679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E0A85A"/>
                </a:solidFill>
                <a:latin typeface="Calibri"/>
              </a:rPr>
              <a:t>Serving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251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7EDE1"/>
                </a:solidFill>
                <a:latin typeface="Calibri"/>
              </a:rPr>
              <a:t>Diane and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6634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E3C8B4"/>
                </a:solidFill>
                <a:latin typeface="Calibri"/>
              </a:rPr>
              <a:t>Plating and keeping the line moving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03320"/>
            <a:ext cx="3429000" cy="18288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38679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E0A85A"/>
                </a:solidFill>
                <a:latin typeface="Calibri"/>
              </a:rPr>
              <a:t>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4251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7EDE1"/>
                </a:solidFill>
                <a:latin typeface="Calibri"/>
              </a:rPr>
              <a:t>Post crew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46634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E3C8B4"/>
                </a:solidFill>
                <a:latin typeface="Calibri"/>
              </a:rPr>
              <a:t>Tables, fryers, and the hall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03320"/>
            <a:ext cx="3429000" cy="182880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38679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E0A85A"/>
                </a:solidFill>
                <a:latin typeface="Calibri"/>
              </a:rPr>
              <a:t>Cleanup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251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7EDE1"/>
                </a:solidFill>
                <a:latin typeface="Calibri"/>
              </a:rPr>
              <a:t>All hands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6634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E3C8B4"/>
                </a:solidFill>
                <a:latin typeface="Calibri"/>
              </a:rPr>
              <a:t>Break down, oil out, sweep</a:t>
            </a:r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7EDE1"/>
                </a:solidFill>
                <a:latin typeface="Calibri"/>
              </a:rPr>
              <a:t>Fish and quantities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Post 99 Fish Fry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07 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00200"/>
          <a:ext cx="6766560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7EDE1"/>
                          </a:solidFill>
                        </a:rPr>
                        <a:t>Item</a:t>
                      </a:r>
                    </a:p>
                  </a:txBody>
                  <a:tcPr marL="109728" marR="91440" marT="36576" marB="36576" anchor="ctr">
                    <a:solidFill>
                      <a:srgbClr val="D445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7EDE1"/>
                          </a:solidFill>
                        </a:rPr>
                        <a:t>Quantity</a:t>
                      </a:r>
                    </a:p>
                  </a:txBody>
                  <a:tcPr marL="109728" marR="91440" marT="36576" marB="36576" anchor="ctr">
                    <a:solidFill>
                      <a:srgbClr val="D445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7EDE1"/>
                          </a:solidFill>
                        </a:rPr>
                        <a:t>Source</a:t>
                      </a:r>
                    </a:p>
                  </a:txBody>
                  <a:tcPr marL="109728" marR="91440" marT="36576" marB="36576" anchor="ctr">
                    <a:solidFill>
                      <a:srgbClr val="D4452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3C8B4"/>
                          </a:solidFill>
                        </a:rPr>
                        <a:t>Grouper fillets</a:t>
                      </a:r>
                    </a:p>
                  </a:txBody>
                  <a:tcPr marL="109728" marR="91440" marT="36576" marB="36576" anchor="ctr">
                    <a:solidFill>
                      <a:srgbClr val="40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35 lbs</a:t>
                      </a:r>
                    </a:p>
                  </a:txBody>
                  <a:tcPr marL="109728" marR="91440" marT="36576" marB="36576" anchor="ctr">
                    <a:solidFill>
                      <a:srgbClr val="40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Co-op, Tuesday pickup</a:t>
                      </a:r>
                    </a:p>
                  </a:txBody>
                  <a:tcPr marL="109728" marR="91440" marT="36576" marB="36576" anchor="ctr">
                    <a:solidFill>
                      <a:srgbClr val="401D1D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3C8B4"/>
                          </a:solidFill>
                        </a:rPr>
                        <a:t>Mullet fillets</a:t>
                      </a:r>
                    </a:p>
                  </a:txBody>
                  <a:tcPr marL="109728" marR="91440" marT="36576" marB="36576" anchor="ctr">
                    <a:solidFill>
                      <a:srgbClr val="4D2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25 lbs</a:t>
                      </a:r>
                    </a:p>
                  </a:txBody>
                  <a:tcPr marL="109728" marR="91440" marT="36576" marB="36576" anchor="ctr">
                    <a:solidFill>
                      <a:srgbClr val="4D2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Co-op, Tuesday pickup</a:t>
                      </a:r>
                    </a:p>
                  </a:txBody>
                  <a:tcPr marL="109728" marR="91440" marT="36576" marB="36576" anchor="ctr">
                    <a:solidFill>
                      <a:srgbClr val="4D2424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3C8B4"/>
                          </a:solidFill>
                        </a:rPr>
                        <a:t>Cornmeal and flour</a:t>
                      </a:r>
                    </a:p>
                  </a:txBody>
                  <a:tcPr marL="109728" marR="91440" marT="36576" marB="36576" anchor="ctr">
                    <a:solidFill>
                      <a:srgbClr val="40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20 lbs</a:t>
                      </a:r>
                    </a:p>
                  </a:txBody>
                  <a:tcPr marL="109728" marR="91440" marT="36576" marB="36576" anchor="ctr">
                    <a:solidFill>
                      <a:srgbClr val="40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Donated</a:t>
                      </a:r>
                    </a:p>
                  </a:txBody>
                  <a:tcPr marL="109728" marR="91440" marT="36576" marB="36576" anchor="ctr">
                    <a:solidFill>
                      <a:srgbClr val="401D1D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3C8B4"/>
                          </a:solidFill>
                        </a:rPr>
                        <a:t>Fryer oil</a:t>
                      </a:r>
                    </a:p>
                  </a:txBody>
                  <a:tcPr marL="109728" marR="91440" marT="36576" marB="36576" anchor="ctr">
                    <a:solidFill>
                      <a:srgbClr val="4D2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6 gallons</a:t>
                      </a:r>
                    </a:p>
                  </a:txBody>
                  <a:tcPr marL="109728" marR="91440" marT="36576" marB="36576" anchor="ctr">
                    <a:solidFill>
                      <a:srgbClr val="4D2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Donated</a:t>
                      </a:r>
                    </a:p>
                  </a:txBody>
                  <a:tcPr marL="109728" marR="91440" marT="36576" marB="36576" anchor="ctr">
                    <a:solidFill>
                      <a:srgbClr val="4D2424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3C8B4"/>
                          </a:solidFill>
                        </a:rPr>
                        <a:t>Hush puppy mix</a:t>
                      </a:r>
                    </a:p>
                  </a:txBody>
                  <a:tcPr marL="109728" marR="91440" marT="36576" marB="36576" anchor="ctr">
                    <a:solidFill>
                      <a:srgbClr val="40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12 lbs</a:t>
                      </a:r>
                    </a:p>
                  </a:txBody>
                  <a:tcPr marL="109728" marR="91440" marT="36576" marB="36576" anchor="ctr">
                    <a:solidFill>
                      <a:srgbClr val="40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Auxiliary</a:t>
                      </a:r>
                    </a:p>
                  </a:txBody>
                  <a:tcPr marL="109728" marR="91440" marT="36576" marB="36576" anchor="ctr">
                    <a:solidFill>
                      <a:srgbClr val="401D1D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3C8B4"/>
                          </a:solidFill>
                        </a:rPr>
                        <a:t>Slaw and grits</a:t>
                      </a:r>
                    </a:p>
                  </a:txBody>
                  <a:tcPr marL="109728" marR="91440" marT="36576" marB="36576" anchor="ctr">
                    <a:solidFill>
                      <a:srgbClr val="4D2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For 120</a:t>
                      </a:r>
                    </a:p>
                  </a:txBody>
                  <a:tcPr marL="109728" marR="91440" marT="36576" marB="36576" anchor="ctr">
                    <a:solidFill>
                      <a:srgbClr val="4D2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E3C8B4"/>
                          </a:solidFill>
                        </a:rPr>
                        <a:t>Auxiliary</a:t>
                      </a:r>
                    </a:p>
                  </a:txBody>
                  <a:tcPr marL="109728" marR="91440" marT="36576" marB="36576" anchor="ctr">
                    <a:solidFill>
                      <a:srgbClr val="4D242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1691640"/>
            <a:ext cx="3657600" cy="109728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3794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0A85A"/>
                </a:solidFill>
                <a:latin typeface="Calibri"/>
              </a:rPr>
              <a:t>60 lbs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36829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B78F7C"/>
                </a:solidFill>
                <a:latin typeface="Calibri"/>
              </a:rPr>
              <a:t>Total fish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971800"/>
            <a:ext cx="3657600" cy="109728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11810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0A85A"/>
                </a:solidFill>
                <a:latin typeface="Calibri"/>
              </a:rPr>
              <a:t>~120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64845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B78F7C"/>
                </a:solidFill>
                <a:latin typeface="Calibri"/>
              </a:rPr>
              <a:t>Plates planned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251960"/>
            <a:ext cx="3657600" cy="109728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39826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0A85A"/>
                </a:solidFill>
                <a:latin typeface="Calibri"/>
              </a:rPr>
              <a:t>Tue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92861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B78F7C"/>
                </a:solidFill>
                <a:latin typeface="Calibri"/>
              </a:rPr>
              <a:t>Pickup day</a:t>
            </a:r>
          </a:p>
        </p:txBody>
      </p:sp>
    </p:spTree>
  </p:cSld>
  <p:clrMapOvr>
    <a:masterClrMapping/>
  </p:clrMapOvr>
  <p:transition spd="med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WHERE IT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7EDE1"/>
                </a:solidFill>
                <a:latin typeface="Calibri"/>
              </a:rPr>
              <a:t>Proceeds and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Post 99 Fish Fry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08 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600200"/>
          <a:ext cx="5852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49440" y="1691640"/>
            <a:ext cx="4480560" cy="402336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691640"/>
            <a:ext cx="91440" cy="4023360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185623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The point of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2" y="2350008"/>
            <a:ext cx="40233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E3C8B4"/>
                </a:solidFill>
                <a:latin typeface="Calibri"/>
              </a:rPr>
              <a:t>Most of every plate goes to the relief fund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E3C8B4"/>
                </a:solidFill>
                <a:latin typeface="Calibri"/>
              </a:rPr>
              <a:t>Donated fish and oil keep costs low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E3C8B4"/>
                </a:solidFill>
                <a:latin typeface="Calibri"/>
              </a:rPr>
              <a:t>A small share covers the hall and utilities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E3C8B4"/>
                </a:solidFill>
                <a:latin typeface="Calibri"/>
              </a:rPr>
              <a:t>Carlos donates the labor and the know how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E3C8B4"/>
                </a:solidFill>
                <a:latin typeface="Calibri"/>
              </a:rPr>
              <a:t>Annual since 2017, and the hall counts on it</a:t>
            </a:r>
          </a:p>
        </p:txBody>
      </p:sp>
    </p:spTree>
  </p:cSld>
  <p:clrMapOvr>
    <a:masterClrMapping/>
  </p:clrMapOvr>
  <p:transition spd="med">
    <p:cover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IF IT RAINS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7EDE1"/>
                </a:solidFill>
                <a:latin typeface="Calibri"/>
              </a:rPr>
              <a:t>Safety and contingency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Post 99 Fish Fry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78F7C"/>
                </a:solidFill>
                <a:latin typeface="Calibri"/>
              </a:rP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402336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1440" cy="4023360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Weather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2971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Fryers stage under the covered side entrance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Serving moves fully indoors if needed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Tea and dessert tables inside either 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429000" cy="402336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91440" cy="4023360"/>
          </a:xfrm>
          <a:prstGeom prst="rect">
            <a:avLst/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8105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Fry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304288"/>
            <a:ext cx="2971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Fryers roped off from foot traffic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Extinguisher rated for oil on hand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Oil cooled fully before any move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291840" cy="4023360"/>
          </a:xfrm>
          <a:prstGeom prst="roundRect">
            <a:avLst/>
          </a:prstGeom>
          <a:solidFill>
            <a:srgbClr val="401D1D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91440" cy="4023360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8105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EDE1"/>
                </a:solidFill>
                <a:latin typeface="Calibri"/>
              </a:rPr>
              <a:t>If charter fills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04288"/>
            <a:ext cx="2834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Carlos flags the week early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Second fry lead briefed as backup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4452F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E3C8B4"/>
                </a:solidFill>
                <a:latin typeface="Calibri"/>
              </a:rPr>
              <a:t>Post crew can run the line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D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0A85A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7EDE1"/>
                </a:solidFill>
                <a:latin typeface="Calibri"/>
              </a:rPr>
              <a:t>Plates up for the veterans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E3C8B4"/>
                </a:solidFill>
                <a:latin typeface="Calibri"/>
              </a:rPr>
              <a:t>American Legion Post 99, Brooksville. Wednesday November 11, 2026, serving 5:00 to 7:30 PM.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78F7C"/>
                </a:solidFill>
                <a:latin typeface="Calibri"/>
              </a:rPr>
              <a:t>Questions, reach Carlos at (352) 555-0144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