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5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03120"/>
            <a:ext cx="12191695" cy="109728"/>
          </a:xfrm>
          <a:prstGeom prst="rect">
            <a:avLst/>
          </a:prstGeom>
          <a:solidFill>
            <a:srgbClr val="C8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E7D3A3"/>
                </a:solidFill>
                <a:latin typeface="Georgia"/>
              </a:rPr>
              <a:t>Momentos by Chris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3E6CC"/>
                </a:solidFill>
                <a:latin typeface="Georgia"/>
              </a:rPr>
              <a:t>Quinceanera and Milestone Event Planning, Las Vegas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8FA0"/>
                </a:solidFill>
                <a:latin typeface="Calibri"/>
              </a:rPr>
              <a:t>Momentos by Chris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D3A3"/>
                </a:solidFill>
                <a:latin typeface="Georgia"/>
              </a:rP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A2026"/>
                </a:solidFill>
                <a:latin typeface="Georgia"/>
              </a:rPr>
              <a:t>•  Venue selection and floor plan layout for your guest count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A2026"/>
                </a:solidFill>
                <a:latin typeface="Georgia"/>
              </a:rPr>
              <a:t>•  Full decoration: backdrops, balloon arches, centerpieces, and uplighting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A2026"/>
                </a:solidFill>
                <a:latin typeface="Georgia"/>
              </a:rPr>
              <a:t>•  Vendor coordination for cake, catering, photography, and entertainment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A2026"/>
                </a:solidFill>
                <a:latin typeface="Georgia"/>
              </a:rPr>
              <a:t>•  Master timeline and day of production from setup through teardown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A2026"/>
                </a:solidFill>
                <a:latin typeface="Georgia"/>
              </a:rPr>
              <a:t>•  Choreography coordination for the waltz and the surprise 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8FA0"/>
                </a:solidFill>
                <a:latin typeface="Calibri"/>
              </a:rPr>
              <a:t>Momentos by Chris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D3A3"/>
                </a:solidFill>
                <a:latin typeface="Georgia"/>
              </a:rPr>
              <a:t>How Planning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2057400"/>
            <a:ext cx="640080" cy="640080"/>
          </a:xfrm>
          <a:prstGeom prst="ellipse">
            <a:avLst/>
          </a:prstGeom>
          <a:solidFill>
            <a:srgbClr val="5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C8A35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B1F3A"/>
                </a:solidFill>
                <a:latin typeface="Georgia"/>
              </a:rP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A2026"/>
                </a:solidFill>
                <a:latin typeface="Georgia"/>
              </a:rPr>
              <a:t>We talk budget, date, and the family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8288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057400"/>
            <a:ext cx="640080" cy="640080"/>
          </a:xfrm>
          <a:prstGeom prst="ellipse">
            <a:avLst/>
          </a:prstGeom>
          <a:solidFill>
            <a:srgbClr val="5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C8A35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80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B1F3A"/>
                </a:solidFill>
                <a:latin typeface="Georgia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42900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A2026"/>
                </a:solidFill>
                <a:latin typeface="Georgia"/>
              </a:rPr>
              <a:t>Color palette, decor plan, and vendor shortlist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2057400"/>
            <a:ext cx="640080" cy="640080"/>
          </a:xfrm>
          <a:prstGeom prst="ellipse">
            <a:avLst/>
          </a:prstGeom>
          <a:solidFill>
            <a:srgbClr val="5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C8A35A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80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B1F3A"/>
                </a:solidFill>
                <a:latin typeface="Georgia"/>
              </a:rPr>
              <a:t>Coordinate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2900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A2026"/>
                </a:solidFill>
                <a:latin typeface="Georgia"/>
              </a:rPr>
              <a:t>Contracts, deposits, and confirmations locked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8288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2057400"/>
            <a:ext cx="640080" cy="640080"/>
          </a:xfrm>
          <a:prstGeom prst="ellipse">
            <a:avLst/>
          </a:prstGeom>
          <a:solidFill>
            <a:srgbClr val="5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C8A35A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880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B1F3A"/>
                </a:solidFill>
                <a:latin typeface="Georgia"/>
              </a:rPr>
              <a:t>Event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42900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A2026"/>
                </a:solidFill>
                <a:latin typeface="Georgia"/>
              </a:rPr>
              <a:t>You enjoy it, I run the floor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8FA0"/>
                </a:solidFill>
                <a:latin typeface="Calibri"/>
              </a:rPr>
              <a:t>Momentos by Chris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7D3A3"/>
                </a:solidFill>
                <a:latin typeface="Georgia"/>
              </a:rPr>
              <a:t>Planning Packages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554480"/>
          <a:ext cx="9966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931920"/>
                <a:gridCol w="2743200"/>
              </a:tblGrid>
              <a:tr h="8229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E7D3A3"/>
                          </a:solidFill>
                          <a:latin typeface="Georgia"/>
                        </a:rPr>
                        <a:t>Package</a:t>
                      </a:r>
                    </a:p>
                  </a:txBody>
                  <a:tcPr>
                    <a:solidFill>
                      <a:srgbClr val="5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E7D3A3"/>
                          </a:solidFill>
                          <a:latin typeface="Georgia"/>
                        </a:rPr>
                        <a:t>Best For</a:t>
                      </a:r>
                    </a:p>
                  </a:txBody>
                  <a:tcPr>
                    <a:solidFill>
                      <a:srgbClr val="5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E7D3A3"/>
                          </a:solidFill>
                          <a:latin typeface="Georgia"/>
                        </a:rPr>
                        <a:t>Investment</a:t>
                      </a:r>
                    </a:p>
                  </a:txBody>
                  <a:tcPr>
                    <a:solidFill>
                      <a:srgbClr val="5B1F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2026"/>
                          </a:solidFill>
                          <a:latin typeface="Georgia"/>
                        </a:rPr>
                        <a:t>Silver Milestone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2026"/>
                          </a:solidFill>
                          <a:latin typeface="Georgia"/>
                        </a:rPr>
                        <a:t>Up to 80 guests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2026"/>
                          </a:solidFill>
                          <a:latin typeface="Georgia"/>
                        </a:rPr>
                        <a:t>from $2,500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2026"/>
                          </a:solidFill>
                          <a:latin typeface="Georgia"/>
                        </a:rPr>
                        <a:t>Gold Milestone</a:t>
                      </a:r>
                    </a:p>
                  </a:txBody>
                  <a:tcPr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2026"/>
                          </a:solidFill>
                          <a:latin typeface="Georgia"/>
                        </a:rPr>
                        <a:t>Full service Quinceanera</a:t>
                      </a:r>
                    </a:p>
                  </a:txBody>
                  <a:tcPr>
                    <a:solidFill>
                      <a:srgbClr val="F4EA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2026"/>
                          </a:solidFill>
                          <a:latin typeface="Georgia"/>
                        </a:rPr>
                        <a:t>from $4,000</a:t>
                      </a:r>
                    </a:p>
                  </a:txBody>
                  <a:tcPr>
                    <a:solidFill>
                      <a:srgbClr val="F4EAD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2026"/>
                          </a:solidFill>
                          <a:latin typeface="Georgia"/>
                        </a:rPr>
                        <a:t>Grand Celebration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2026"/>
                          </a:solidFill>
                          <a:latin typeface="Georgia"/>
                        </a:rPr>
                        <a:t>140 guests and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A2026"/>
                          </a:solidFill>
                          <a:latin typeface="Georgia"/>
                        </a:rPr>
                        <a:t>from $6,000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8FA0"/>
                </a:solidFill>
                <a:latin typeface="Calibri"/>
              </a:rPr>
              <a:t>Momentos by Chris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5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7D3A3"/>
                </a:solidFill>
                <a:latin typeface="Georgia"/>
              </a:rPr>
              <a:t>Let Us Plan Your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3E6CC"/>
                </a:solidFill>
                <a:latin typeface="Georgia"/>
              </a:rPr>
              <a:t>hello@momentosbychris.com    |    (702) 555-0186    |    QuickPay @ChrisMurray-Momentos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8FA0"/>
                </a:solidFill>
                <a:latin typeface="Calibri"/>
              </a:rPr>
              <a:t>Momentos by Chris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