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743200"/>
          </a:xfrm>
          <a:prstGeom prst="rect">
            <a:avLst/>
          </a:prstGeom>
          <a:solidFill>
            <a:srgbClr val="1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109728"/>
          </a:xfrm>
          <a:prstGeom prst="rect">
            <a:avLst/>
          </a:prstGeom>
          <a:solidFill>
            <a:srgbClr val="3AA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Trebuchet MS"/>
              </a:rPr>
              <a:t>Q4 Corporate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DE9DF"/>
                </a:solidFill>
                <a:latin typeface="Trebuchet MS"/>
              </a:rPr>
              <a:t>Readiness Plan, Floors 12 to 18. Inspection target: November 10,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FA99B"/>
                </a:solidFill>
                <a:latin typeface="Calibri"/>
              </a:rPr>
              <a:t>Grand Sierra Hotel  |  Housekeeping Readiness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rebuchet MS"/>
              </a:rPr>
              <a:t>Close These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23332F"/>
                </a:solidFill>
                <a:latin typeface="Trebuchet MS"/>
              </a:rPr>
              <a:t>•  Shower track buildup on floors 14 and 16, add deep scrub to weekly rotation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23332F"/>
                </a:solidFill>
                <a:latin typeface="Trebuchet MS"/>
              </a:rPr>
              <a:t>•  Inconsistent minibar par counts, reprint and laminate one sheet per VIP class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23332F"/>
                </a:solidFill>
                <a:latin typeface="Trebuchet MS"/>
              </a:rPr>
              <a:t>•  Linen closet labeling on 12 and 18, relabel shelves and assign a daily owner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FA99B"/>
                </a:solidFill>
                <a:latin typeface="Calibri"/>
              </a:rPr>
              <a:t>Grand Sierra Hotel  |  Housekeeping Readiness</a:t>
            </a:r>
          </a:p>
        </p:txBody>
      </p:sp>
    </p:spTree>
  </p:cSld>
  <p:clrMapOvr>
    <a:masterClrMapping/>
  </p:clrMapOvr>
  <p:transition xmlns:p14="http://schemas.microsoft.com/office/powerpoint/2010/main"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rebuchet MS"/>
              </a:rPr>
              <a:t>Three Workstreams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A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611880" cy="640080"/>
          </a:xfrm>
          <a:prstGeom prst="rect">
            <a:avLst/>
          </a:prstGeom>
          <a:solidFill>
            <a:srgbClr val="3AA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rebuchet MS"/>
              </a:rPr>
              <a:t>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3332F"/>
                </a:solidFill>
                <a:latin typeface="Trebuchet MS"/>
              </a:rPr>
              <a:t>•  Finish onboarding 3 new hires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3332F"/>
                </a:solidFill>
                <a:latin typeface="Trebuchet MS"/>
              </a:rPr>
              <a:t>•  Pair each with a senior for VIP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3332F"/>
                </a:solidFill>
                <a:latin typeface="Trebuchet MS"/>
              </a:rPr>
              <a:t>•  Yolanda leads floor 16 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46304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A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463040"/>
            <a:ext cx="3611880" cy="640080"/>
          </a:xfrm>
          <a:prstGeom prst="rect">
            <a:avLst/>
          </a:prstGeom>
          <a:solidFill>
            <a:srgbClr val="3AA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7276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rebuchet MS"/>
              </a:rPr>
              <a:t>Rooms and Standards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3332F"/>
                </a:solidFill>
                <a:latin typeface="Trebuchet MS"/>
              </a:rPr>
              <a:t>•  Mock inspection October 20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3332F"/>
                </a:solidFill>
                <a:latin typeface="Trebuchet MS"/>
              </a:rPr>
              <a:t>•  Fix findings within 5 days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3332F"/>
                </a:solidFill>
                <a:latin typeface="Trebuchet MS"/>
              </a:rPr>
              <a:t>•  Spot check 10 rooms per floor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46304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A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463040"/>
            <a:ext cx="3611880" cy="640080"/>
          </a:xfrm>
          <a:prstGeom prst="rect">
            <a:avLst/>
          </a:prstGeom>
          <a:solidFill>
            <a:srgbClr val="3AA5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57276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Trebuchet MS"/>
              </a:rPr>
              <a:t>Supplies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3332F"/>
                </a:solidFill>
                <a:latin typeface="Trebuchet MS"/>
              </a:rPr>
              <a:t>•  Replace worn caddies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3332F"/>
                </a:solidFill>
                <a:latin typeface="Trebuchet MS"/>
              </a:rPr>
              <a:t>•  Service vacuum belts and filters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3332F"/>
                </a:solidFill>
                <a:latin typeface="Trebuchet MS"/>
              </a:rPr>
              <a:t>•  Hold a two week amenity buffer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FA99B"/>
                </a:solidFill>
                <a:latin typeface="Calibri"/>
              </a:rPr>
              <a:t>Grand Sierra Hotel  |  Housekeeping Readiness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Trebuchet MS"/>
              </a:rPr>
              <a:t>Reporting and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>
                <a:solidFill>
                  <a:srgbClr val="23332F"/>
                </a:solidFill>
                <a:latin typeface="Trebuchet MS"/>
              </a:rPr>
              <a:t>•  Weekly readiness note to Gerald Patterson starting October 1, 2026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23332F"/>
                </a:solidFill>
                <a:latin typeface="Trebuchet MS"/>
              </a:rPr>
              <a:t>•  Escalate any finding that needs budget or staffing the same day</a:t>
            </a:r>
          </a:p>
          <a:p>
            <a:pPr>
              <a:spcAft>
                <a:spcPts val="1600"/>
              </a:spcAft>
            </a:pPr>
            <a:r>
              <a:rPr sz="2000">
                <a:solidFill>
                  <a:srgbClr val="23332F"/>
                </a:solidFill>
                <a:latin typeface="Trebuchet MS"/>
              </a:rPr>
              <a:t>•  Goal is a clean pass with zero repeat findings from the 2025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solidFill>
            <a:srgbClr val="E3F2EB"/>
          </a:solidFill>
          <a:ln w="12700">
            <a:solidFill>
              <a:srgbClr val="3AA5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1206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6B6B"/>
                </a:solidFill>
                <a:latin typeface="Trebuchet MS"/>
              </a:rPr>
              <a:t>Close the old findings early, keep the new people sharp, walk the floors like the inspector already arrived.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FA99B"/>
                </a:solidFill>
                <a:latin typeface="Calibri"/>
              </a:rPr>
              <a:t>Grand Sierra Hotel  |  Housekeeping Readiness</a:t>
            </a:r>
          </a:p>
        </p:txBody>
      </p:sp>
    </p:spTree>
  </p:cSld>
  <p:clrMapOvr>
    <a:masterClrMapping/>
  </p:clrMapOvr>
  <p:transition xmlns:p14="http://schemas.microsoft.com/office/powerpoint/2010/main"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