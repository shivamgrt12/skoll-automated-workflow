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room</c:v>
                </c:pt>
              </c:strCache>
            </c:strRef>
          </c:tx>
          <c:spPr>
            <a:solidFill>
              <a:srgbClr val="9DB4D0"/>
            </a:solidFill>
          </c:spPr>
          <c:cat>
            <c:strRef>
              <c:f>Sheet1!$A$2:$A$4</c:f>
              <c:strCache>
                <c:ptCount val="3"/>
                <c:pt idx="0">
                  <c:v>Minutes per room</c:v>
                </c:pt>
                <c:pt idx="1">
                  <c:v>Amenity items</c:v>
                </c:pt>
                <c:pt idx="2">
                  <c:v>Inspection points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9</c:v>
                </c:pt>
                <c:pt idx="2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VIP suite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Sheet1!$A$2:$A$4</c:f>
              <c:strCache>
                <c:ptCount val="3"/>
                <c:pt idx="0">
                  <c:v>Minutes per room</c:v>
                </c:pt>
                <c:pt idx="1">
                  <c:v>Amenity items</c:v>
                </c:pt>
                <c:pt idx="2">
                  <c:v>Inspection points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</c:v>
                </c:pt>
                <c:pt idx="1">
                  <c:v>17</c:v>
                </c:pt>
                <c:pt idx="2">
                  <c:v>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91440" cy="6858000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B2A4A"/>
                </a:solidFill>
                <a:latin typeface="Calibri"/>
              </a:rPr>
              <a:t>VIP Floor Shift Differential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A6B86"/>
                </a:solidFill>
                <a:latin typeface="Calibri"/>
              </a:rPr>
              <a:t>A proposal for fair pay on the heaviest rooms. Grand Sierra Hotel, Housekeeping, Floors 12 to 18.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A9E6"/>
                </a:solidFill>
                <a:latin typeface="Calibri"/>
              </a:rPr>
              <a:t>Submitted by Chris Murray, Floor Supervisor. February 2,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4D0"/>
                </a:solidFill>
                <a:latin typeface="Calibri"/>
              </a:rPr>
              <a:t>Grand Sierra Hotel  |  Housekeeping  |  Confidential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3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3304A"/>
                </a:solidFill>
                <a:latin typeface="Calibri"/>
              </a:rPr>
              <a:t>•  VIP and high roller suites take longer and carry stricter standards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3304A"/>
                </a:solidFill>
                <a:latin typeface="Calibri"/>
              </a:rPr>
              <a:t>•  They absorb the most last minute guest requests every shift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3304A"/>
                </a:solidFill>
                <a:latin typeface="Calibri"/>
              </a:rPr>
              <a:t>•  Same pay as a standard room board, for measurably heavier work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3304A"/>
                </a:solidFill>
                <a:latin typeface="Calibri"/>
              </a:rPr>
              <a:t>•  The strongest housekeepers quietly ask off the VIP rotation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3304A"/>
                </a:solidFill>
                <a:latin typeface="Calibri"/>
              </a:rPr>
              <a:t>•  That puts our most visible rooms in the least experienced hands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4D0"/>
                </a:solidFill>
                <a:latin typeface="Calibri"/>
              </a:rPr>
              <a:t>Grand Sierra Hotel  |  Housekeeping  |  Confidential</a:t>
            </a:r>
          </a:p>
        </p:txBody>
      </p:sp>
    </p:spTree>
  </p:cSld>
  <p:clrMapOvr>
    <a:masterClrMapping/>
  </p:clrMapOvr>
  <p:transition xmlns:p14="http://schemas.microsoft.com/office/powerpoint/2010/main"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Numbers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65836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645920"/>
            <a:ext cx="4114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Calibri"/>
              </a:rPr>
              <a:t>What it costs</a:t>
            </a:r>
          </a:p>
          <a:p>
            <a:pPr algn="l"/>
            <a:r>
              <a:rPr sz="1500" b="0">
                <a:solidFill>
                  <a:srgbClr val="23304A"/>
                </a:solidFill>
                <a:latin typeface="Calibri"/>
              </a:rPr>
              <a:t>About 6 VIP assignments per day</a:t>
            </a:r>
          </a:p>
          <a:p>
            <a:pPr algn="l"/>
            <a:r>
              <a:rPr sz="1500" b="0">
                <a:solidFill>
                  <a:srgbClr val="23304A"/>
                </a:solidFill>
                <a:latin typeface="Calibri"/>
              </a:rPr>
              <a:t>$1.50 per hour differential</a:t>
            </a:r>
          </a:p>
          <a:p>
            <a:pPr algn="l"/>
            <a:r>
              <a:rPr sz="1500" b="0">
                <a:solidFill>
                  <a:srgbClr val="23304A"/>
                </a:solidFill>
                <a:latin typeface="Calibri"/>
              </a:rPr>
              <a:t>Roughly $72 per day across floors</a:t>
            </a:r>
          </a:p>
          <a:p>
            <a:pPr algn="l"/>
            <a:r>
              <a:rPr sz="1800" b="1">
                <a:solidFill>
                  <a:srgbClr val="5AA9E6"/>
                </a:solidFill>
                <a:latin typeface="Calibri"/>
              </a:rPr>
              <a:t>Near $26,000 per year</a:t>
            </a:r>
          </a:p>
          <a:p>
            <a:pPr algn="l"/>
            <a:r>
              <a:rPr sz="1400" b="0">
                <a:solidFill>
                  <a:srgbClr val="5A6B86"/>
                </a:solidFill>
                <a:latin typeface="Calibri"/>
              </a:rPr>
              <a:t>Small against the revenue these suites carry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4D0"/>
                </a:solidFill>
                <a:latin typeface="Calibri"/>
              </a:rPr>
              <a:t>Grand Sierra Hotel  |  Housekeeping  |  Confidential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3304A"/>
                </a:solidFill>
                <a:latin typeface="Calibri"/>
              </a:rPr>
              <a:t>•  Approve the $1.50 differential for VIP assigned hours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3304A"/>
                </a:solidFill>
                <a:latin typeface="Calibri"/>
              </a:rPr>
              <a:t>•  Track it on the existing floor sheet, no new system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3304A"/>
                </a:solidFill>
                <a:latin typeface="Calibri"/>
              </a:rPr>
              <a:t>•  Monthly rotation report so the cost stays visible and fair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3304A"/>
                </a:solidFill>
                <a:latin typeface="Calibri"/>
              </a:rPr>
              <a:t>•  Pilot on floor 16 for one quarter, then review the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solidFill>
            <a:srgbClr val="EAF2FB"/>
          </a:solidFill>
          <a:ln w="127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257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Respectfully submitted for your approval. Chris Murray, Extension 4827.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4D0"/>
                </a:solidFill>
                <a:latin typeface="Calibri"/>
              </a:rPr>
              <a:t>Grand Sierra Hotel  |  Housekeeping  |  Confidential</a:t>
            </a:r>
          </a:p>
        </p:txBody>
      </p:sp>
    </p:spTree>
  </p:cSld>
  <p:clrMapOvr>
    <a:masterClrMapping/>
  </p:clrMapOvr>
  <p:transition xmlns:p14="http://schemas.microsoft.com/office/powerpoint/2010/main"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