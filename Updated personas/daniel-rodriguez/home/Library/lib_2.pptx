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Quoted cost</c:v>
                </c:pt>
              </c:strCache>
            </c:strRef>
          </c:tx>
          <c:spPr>
            <a:solidFill>
              <a:srgbClr val="D8A657"/>
            </a:solidFill>
          </c:spPr>
          <c:cat>
            <c:strRef>
              <c:f>Sheet1!$A$2:$A$8</c:f>
              <c:strCache>
                <c:ptCount val="7"/>
                <c:pt idx="0">
                  <c:v>Vehicle</c:v>
                </c:pt>
                <c:pt idx="1">
                  <c:v>Cooking</c:v>
                </c:pt>
                <c:pt idx="2">
                  <c:v>Cold</c:v>
                </c:pt>
                <c:pt idx="3">
                  <c:v>Safety</c:v>
                </c:pt>
                <c:pt idx="4">
                  <c:v>Plumbing</c:v>
                </c:pt>
                <c:pt idx="5">
                  <c:v>Utility</c:v>
                </c:pt>
                <c:pt idx="6">
                  <c:v>Branding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26500</c:v>
                </c:pt>
                <c:pt idx="1">
                  <c:v>4110</c:v>
                </c:pt>
                <c:pt idx="2">
                  <c:v>3500</c:v>
                </c:pt>
                <c:pt idx="3">
                  <c:v>5800</c:v>
                </c:pt>
                <c:pt idx="4">
                  <c:v>1250</c:v>
                </c:pt>
                <c:pt idx="5">
                  <c:v>5150</c:v>
                </c:pt>
                <c:pt idx="6">
                  <c:v>3500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900">
                  <a:solidFill>
                    <a:srgbClr val="F0F3F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3D4D"/>
            </a:solidFill>
          </a:ln>
        </c:spPr>
        <c:txPr>
          <a:bodyPr/>
          <a:lstStyle/>
          <a:p>
            <a:pPr>
              <a:defRPr sz="900">
                <a:solidFill>
                  <a:srgbClr val="9AA7B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&quot;$&quot;#,##0" sourceLinked="0"/>
        <c:majorTickMark val="out"/>
        <c:minorTickMark val="none"/>
        <c:tickLblPos val="nextTo"/>
        <c:spPr>
          <a:ln>
            <a:solidFill>
              <a:srgbClr val="333D4D"/>
            </a:solidFill>
          </a:ln>
        </c:spPr>
        <c:txPr>
          <a:bodyPr/>
          <a:lstStyle/>
          <a:p>
            <a:pPr>
              <a:defRPr sz="900">
                <a:solidFill>
                  <a:srgbClr val="9AA7B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06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8A657"/>
                </a:solidFill>
                <a:latin typeface="Segoe UI"/>
              </a:rPr>
              <a:t>LAUNCH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0F3F8"/>
                </a:solidFill>
                <a:latin typeface="Segoe UI"/>
              </a:rPr>
              <a:t>Getting Linea on the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7BA"/>
                </a:solidFill>
                <a:latin typeface="Segoe UI"/>
              </a:rPr>
              <a:t>Permits, equipment, and commissary, on a 2026 timeline   |   Daniel Rodriguez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8A657"/>
                </a:solidFill>
                <a:latin typeface="Segoe UI"/>
              </a:rPr>
              <a:t>01 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3F8"/>
                </a:solidFill>
                <a:latin typeface="Segoe UI"/>
              </a:rPr>
              <a:t>The road to opening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011680" cy="36576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10881360" cy="45720"/>
          </a:xfrm>
          <a:prstGeom prst="rect">
            <a:avLst/>
          </a:prstGeom>
          <a:solidFill>
            <a:srgbClr val="33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3063240"/>
            <a:ext cx="320040" cy="320040"/>
          </a:xfrm>
          <a:prstGeom prst="ellipse">
            <a:avLst/>
          </a:prstGeom>
          <a:solidFill>
            <a:srgbClr val="5A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611880"/>
            <a:ext cx="2468880" cy="1737360"/>
          </a:xfrm>
          <a:prstGeom prst="rect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AD1C6"/>
                </a:solidFill>
                <a:latin typeface="Segoe UI"/>
              </a:rPr>
              <a:t>Q4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Segoe UI"/>
              </a:rPr>
              <a:t>Save and research, lock the concept and menu</a:t>
            </a:r>
          </a:p>
        </p:txBody>
      </p:sp>
      <p:sp>
        <p:nvSpPr>
          <p:cNvPr id="12" name="Oval 11"/>
          <p:cNvSpPr/>
          <p:nvPr/>
        </p:nvSpPr>
        <p:spPr>
          <a:xfrm>
            <a:off x="4526280" y="3063240"/>
            <a:ext cx="320040" cy="320040"/>
          </a:xfrm>
          <a:prstGeom prst="ellipse">
            <a:avLst/>
          </a:prstGeom>
          <a:solidFill>
            <a:srgbClr val="D8A6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3611880"/>
            <a:ext cx="2468880" cy="1737360"/>
          </a:xfrm>
          <a:prstGeom prst="rect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8A657"/>
                </a:solidFill>
                <a:latin typeface="Segoe UI"/>
              </a:rPr>
              <a:t>Q1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6052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Segoe UI"/>
              </a:rPr>
              <a:t>Cost the build, scout venues, draft the plan</a:t>
            </a:r>
          </a:p>
        </p:txBody>
      </p:sp>
      <p:sp>
        <p:nvSpPr>
          <p:cNvPr id="16" name="Oval 15"/>
          <p:cNvSpPr/>
          <p:nvPr/>
        </p:nvSpPr>
        <p:spPr>
          <a:xfrm>
            <a:off x="7223760" y="3063240"/>
            <a:ext cx="320040" cy="320040"/>
          </a:xfrm>
          <a:prstGeom prst="ellipse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3611880"/>
            <a:ext cx="2468880" cy="1737360"/>
          </a:xfrm>
          <a:prstGeom prst="rect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703A"/>
                </a:solidFill>
                <a:latin typeface="Segoe UI"/>
              </a:rPr>
              <a:t>Q2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16052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Segoe UI"/>
              </a:rPr>
              <a:t>Secure financing, reserve the commissary start</a:t>
            </a:r>
          </a:p>
        </p:txBody>
      </p:sp>
      <p:sp>
        <p:nvSpPr>
          <p:cNvPr id="20" name="Oval 19"/>
          <p:cNvSpPr/>
          <p:nvPr/>
        </p:nvSpPr>
        <p:spPr>
          <a:xfrm>
            <a:off x="9921240" y="3063240"/>
            <a:ext cx="320040" cy="320040"/>
          </a:xfrm>
          <a:prstGeom prst="ellipse">
            <a:avLst/>
          </a:prstGeom>
          <a:solidFill>
            <a:srgbClr val="6B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3611880"/>
            <a:ext cx="2468880" cy="1737360"/>
          </a:xfrm>
          <a:prstGeom prst="rect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BBF73"/>
                </a:solidFill>
                <a:latin typeface="Segoe UI"/>
              </a:rPr>
              <a:t>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16052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3F8"/>
                </a:solidFill>
                <a:latin typeface="Segoe UI"/>
              </a:rPr>
              <a:t>Buy and fit the van, pass inspections, open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8A657"/>
                </a:solidFill>
                <a:latin typeface="Segoe UI"/>
              </a:rPr>
              <a:t>02  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3F8"/>
                </a:solidFill>
                <a:latin typeface="Segoe UI"/>
              </a:rPr>
              <a:t>Build budget by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011680" cy="36576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7315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0" y="1828800"/>
            <a:ext cx="3291840" cy="4206240"/>
          </a:xfrm>
          <a:prstGeom prst="rect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0574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0703A"/>
                </a:solidFill>
                <a:latin typeface="Segoe UI"/>
              </a:rPr>
              <a:t>Code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5146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0F3F8"/>
                </a:solidFill>
                <a:latin typeface="Segoe UI"/>
              </a:rPr>
              <a:t>•  3 compartment and hand sink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3F8"/>
                </a:solidFill>
                <a:latin typeface="Segoe UI"/>
              </a:rPr>
              <a:t>•  Fresh and grey water tanks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3F8"/>
                </a:solidFill>
                <a:latin typeface="Segoe UI"/>
              </a:rPr>
              <a:t>•  Fire suppression over the griddle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0F3F8"/>
                </a:solidFill>
                <a:latin typeface="Segoe UI"/>
              </a:rPr>
              <a:t>•  Type 1 ventilation hood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8A657"/>
                </a:solidFill>
                <a:latin typeface="Segoe UI"/>
              </a:rPr>
              <a:t>03  COMMISSARY AND PERMITS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3F8"/>
                </a:solidFill>
                <a:latin typeface="Segoe UI"/>
              </a:rPr>
              <a:t>The legal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011680" cy="36576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F0F3F8"/>
                </a:solidFill>
                <a:latin typeface="Segoe UI"/>
              </a:rPr>
              <a:t>•  Lowcountry Shared Kitchen,</a:t>
            </a:r>
            <a:r>
              <a:rPr sz="1700">
                <a:solidFill>
                  <a:srgbClr val="9AA7BA"/>
                </a:solidFill>
                <a:latin typeface="Segoe UI"/>
              </a:rPr>
              <a:t>  1956 Ashley River Road, West Ashley.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0F3F8"/>
                </a:solidFill>
                <a:latin typeface="Segoe UI"/>
              </a:rPr>
              <a:t>•  Shared prep station,</a:t>
            </a:r>
            <a:r>
              <a:rPr sz="1700">
                <a:solidFill>
                  <a:srgbClr val="9AA7BA"/>
                </a:solidFill>
                <a:latin typeface="Segoe UI"/>
              </a:rPr>
              <a:t>  20 hours a week, storage and water included.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0F3F8"/>
                </a:solidFill>
                <a:latin typeface="Segoe UI"/>
              </a:rPr>
              <a:t>•  Membership</a:t>
            </a:r>
            <a:r>
              <a:rPr sz="1700">
                <a:solidFill>
                  <a:srgbClr val="9AA7BA"/>
                </a:solidFill>
                <a:latin typeface="Segoe UI"/>
              </a:rPr>
              <a:t>  $700 a month, $1,400 deposit, satisfies the city commissary rule.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0F3F8"/>
                </a:solidFill>
                <a:latin typeface="Segoe UI"/>
              </a:rPr>
              <a:t>•  Mobile vendor license</a:t>
            </a:r>
            <a:r>
              <a:rPr sz="1700">
                <a:solidFill>
                  <a:srgbClr val="9AA7BA"/>
                </a:solidFill>
                <a:latin typeface="Segoe UI"/>
              </a:rPr>
              <a:t>  $250 a year, plus fire and health inspections.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0F3F8"/>
                </a:solidFill>
                <a:latin typeface="Segoe UI"/>
              </a:rPr>
              <a:t>•  Status</a:t>
            </a:r>
            <a:r>
              <a:rPr sz="1700">
                <a:solidFill>
                  <a:srgbClr val="9AA7BA"/>
                </a:solidFill>
                <a:latin typeface="Segoe UI"/>
              </a:rPr>
              <a:t>  quote in hand, start reserved for the fourth quarter.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828800"/>
            <a:ext cx="4023360" cy="4114800"/>
          </a:xfrm>
          <a:prstGeom prst="rect">
            <a:avLst/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57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8A657"/>
                </a:solidFill>
                <a:latin typeface="Segoe UI"/>
              </a:rPr>
              <a:t>Monthly base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46888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0F3F8"/>
                </a:solidFill>
                <a:latin typeface="Segoe UI"/>
              </a:rPr>
              <a:t>$700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383280"/>
            <a:ext cx="3657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7BA"/>
                </a:solidFill>
                <a:latin typeface="Segoe UI"/>
              </a:rPr>
              <a:t>Plus permits and fees of about $80 a month spread across the year. Thirty days notice to cancel after the first six months.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8A657"/>
                </a:solidFill>
                <a:latin typeface="Segoe UI"/>
              </a:rPr>
              <a:t>04 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3F8"/>
                </a:solidFill>
                <a:latin typeface="Segoe UI"/>
              </a:rPr>
              <a:t>Before the fourth quarter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011680" cy="36576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F0F3F8"/>
                </a:solidFill>
                <a:latin typeface="Segoe UI"/>
              </a:rPr>
              <a:t>•  Confirm financing for the van and the code required safety build.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0F3F8"/>
                </a:solidFill>
                <a:latin typeface="Segoe UI"/>
              </a:rPr>
              <a:t>•  Sign the commissary agreement and place the deposit to lock the start date.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0F3F8"/>
                </a:solidFill>
                <a:latin typeface="Segoe UI"/>
              </a:rPr>
              <a:t>•  Submit the mobile vendor license with the menu and preparation methods.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0F3F8"/>
                </a:solidFill>
                <a:latin typeface="Segoe UI"/>
              </a:rPr>
              <a:t>•  Reach out to the first three brewery and market venues for recurring slots.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F0F3F8"/>
                </a:solidFill>
                <a:latin typeface="Segoe UI"/>
              </a:rPr>
              <a:t>•  Finish the launch menu costing and order the wrap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Company/>
  <Manager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Rodriguez</dc:creator>
  <cp:keywords/>
  <dc:description/>
  <cp:lastModifiedBy>Daniel Rodriguez</cp:lastModifiedBy>
  <cp:revision>2</cp:revision>
  <dcterms:created xsi:type="dcterms:W3CDTF">2026-02-20T10:00:00Z</dcterms:created>
  <dcterms:modified xsi:type="dcterms:W3CDTF">2026-02-20T10:00:00Z</dcterms:modified>
</cp:coreProperties>
</file>