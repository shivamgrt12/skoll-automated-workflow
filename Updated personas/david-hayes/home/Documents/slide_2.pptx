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Goals</c:v>
                </c:pt>
              </c:strCache>
            </c:strRef>
          </c:tx>
          <c:spPr>
            <a:solidFill>
              <a:srgbClr val="1F7A3D"/>
            </a:solidFill>
          </c:spPr>
          <c:cat>
            <c:strRef>
              <c:f>Sheet1!$A$2:$A$6</c:f>
              <c:strCache>
                <c:ptCount val="5"/>
                <c:pt idx="0">
                  <c:v>Aiden M.</c:v>
                </c:pt>
                <c:pt idx="1">
                  <c:v>Noah K.</c:v>
                </c:pt>
                <c:pt idx="2">
                  <c:v>Caleb F.</c:v>
                </c:pt>
                <c:pt idx="3">
                  <c:v>Diego A.</c:v>
                </c:pt>
                <c:pt idx="4">
                  <c:v>Tariq N.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14532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4241A"/>
                </a:solidFill>
                <a:latin typeface="Trebuchet M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4241A"/>
                </a:solidFill>
                <a:latin typeface="Trebuchet M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85232"/>
            <a:ext cx="12191695" cy="1188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463040" cy="1463040"/>
          </a:xfrm>
          <a:prstGeom prst="round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4630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14532B"/>
                </a:solidFill>
                <a:latin typeface="Trebuchet MS"/>
              </a:rP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28800"/>
            <a:ext cx="8686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Trebuchet MS"/>
              </a:rPr>
              <a:t>Dearborn Eagles U-12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7752" y="283464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0">
                <a:solidFill>
                  <a:srgbClr val="F2C14E"/>
                </a:solidFill>
                <a:latin typeface="Trebuchet MS"/>
              </a:rPr>
              <a:t>Fall 2026 Season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715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Trebuchet MS"/>
              </a:rPr>
              <a:t>Head Coach David Hayes   |   Assistant Coach Joe Fakhoury   |   Dearborn Youth Athletic Association</a:t>
            </a:r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4532B"/>
                </a:solidFill>
                <a:latin typeface="Trebuchet MS"/>
              </a:rPr>
              <a:t>Season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80160"/>
            <a:ext cx="1371600" cy="91440"/>
          </a:xfrm>
          <a:prstGeom prst="rect">
            <a:avLst/>
          </a:prstGeom>
          <a:solidFill>
            <a:srgbClr val="E2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920240"/>
            <a:ext cx="2560320" cy="14630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560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1F7A3D"/>
                </a:solidFill>
                <a:latin typeface="Trebuchet M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D756A"/>
                </a:solidFill>
                <a:latin typeface="Trebuchet MS"/>
              </a:rPr>
              <a:t>Players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92024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920240"/>
            <a:ext cx="2560320" cy="14630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377440"/>
            <a:ext cx="2560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2C14E"/>
                </a:solidFill>
                <a:latin typeface="Trebuchet MS"/>
              </a:rPr>
              <a:t>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4747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D756A"/>
                </a:solidFill>
                <a:latin typeface="Trebuchet MS"/>
              </a:rPr>
              <a:t>Goals for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92024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920240"/>
            <a:ext cx="2560320" cy="14630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2560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1F7A3D"/>
                </a:solidFill>
                <a:latin typeface="Trebuchet MS"/>
              </a:rPr>
              <a:t>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4747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D756A"/>
                </a:solidFill>
                <a:latin typeface="Trebuchet MS"/>
              </a:rPr>
              <a:t>Assists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39" y="192024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39" y="1920240"/>
            <a:ext cx="2560320" cy="146304"/>
          </a:xfrm>
          <a:prstGeom prst="rect">
            <a:avLst/>
          </a:prstGeom>
          <a:solidFill>
            <a:srgbClr val="E2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39" y="2377440"/>
            <a:ext cx="2560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E23B34"/>
                </a:solidFill>
                <a:latin typeface="Trebuchet MS"/>
              </a:rPr>
              <a:t>Semis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39" y="34747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D756A"/>
                </a:solidFill>
                <a:latin typeface="Trebuchet MS"/>
              </a:rPr>
              <a:t>Best finish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63440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4241A"/>
                </a:solidFill>
                <a:latin typeface="Trebuchet MS"/>
              </a:rPr>
              <a:t>A strong fall built on possession and a deep forward line. Sixteen committed players, two practices a week at Hemlock Park, and a clear target in front of us.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4532B"/>
                </a:solidFill>
                <a:latin typeface="Trebuchet MS"/>
              </a:rPr>
              <a:t>Top scorers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80160"/>
            <a:ext cx="1371600" cy="91440"/>
          </a:xfrm>
          <a:prstGeom prst="rect">
            <a:avLst/>
          </a:prstGeom>
          <a:solidFill>
            <a:srgbClr val="E2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73736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0" y="1737360"/>
            <a:ext cx="3383280" cy="4572000"/>
          </a:xfrm>
          <a:prstGeom prst="roundRect">
            <a:avLst/>
          </a:prstGeom>
          <a:solidFill>
            <a:srgbClr val="14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20574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C14E"/>
                </a:solidFill>
                <a:latin typeface="Trebuchet MS"/>
              </a:rPr>
              <a:t>Top playmaker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56032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Trebuchet MS"/>
              </a:rPr>
              <a:t>Lucas R.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CFE0D6"/>
                </a:solidFill>
                <a:latin typeface="Trebuchet MS"/>
              </a:rPr>
              <a:t>7 assists, 6 goals from midfield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3840480"/>
            <a:ext cx="2743200" cy="18288"/>
          </a:xfrm>
          <a:prstGeom prst="rect">
            <a:avLst/>
          </a:prstGeom>
          <a:solidFill>
            <a:srgbClr val="2C6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4023360"/>
            <a:ext cx="2834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C14E"/>
                </a:solidFill>
                <a:latin typeface="Trebuchet MS"/>
              </a:rPr>
              <a:t>Team totals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Trebuchet MS"/>
              </a:rPr>
              <a:t>55 goals for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Trebuchet MS"/>
              </a:rPr>
              <a:t>45 assists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Trebuchet MS"/>
              </a:rPr>
              <a:t>92% practice attendance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4532B"/>
                </a:solidFill>
                <a:latin typeface="Trebuchet MS"/>
              </a:rPr>
              <a:t>The squad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1371600" cy="91440"/>
          </a:xfrm>
          <a:prstGeom prst="rect">
            <a:avLst/>
          </a:prstGeom>
          <a:solidFill>
            <a:srgbClr val="E2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554480"/>
          <a:ext cx="104241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463040"/>
                <a:gridCol w="1463040"/>
                <a:gridCol w="1463040"/>
                <a:gridCol w="146304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rebuchet MS"/>
                        </a:rPr>
                        <a:t>Player</a:t>
                      </a:r>
                    </a:p>
                  </a:txBody>
                  <a:tcPr>
                    <a:solidFill>
                      <a:srgbClr val="1F7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rebuchet MS"/>
                        </a:rPr>
                        <a:t>Pos</a:t>
                      </a:r>
                    </a:p>
                  </a:txBody>
                  <a:tcPr>
                    <a:solidFill>
                      <a:srgbClr val="1F7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rebuchet MS"/>
                        </a:rPr>
                        <a:t>Age</a:t>
                      </a:r>
                    </a:p>
                  </a:txBody>
                  <a:tcPr>
                    <a:solidFill>
                      <a:srgbClr val="1F7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rebuchet MS"/>
                        </a:rPr>
                        <a:t>G</a:t>
                      </a:r>
                    </a:p>
                  </a:txBody>
                  <a:tcPr>
                    <a:solidFill>
                      <a:srgbClr val="1F7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rebuchet MS"/>
                        </a:rPr>
                        <a:t>A</a:t>
                      </a:r>
                    </a:p>
                  </a:txBody>
                  <a:tcPr>
                    <a:solidFill>
                      <a:srgbClr val="1F7A3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Aiden 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FWD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Lucas R.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MID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12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6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7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Noah 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FWD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Caleb F.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FWD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12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7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6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Owen B.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MID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Tariq N.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MID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11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3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5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Liam 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FWD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Eli T.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GK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12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0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4241A"/>
                          </a:solidFill>
                          <a:latin typeface="Trebuchet MS"/>
                        </a:rPr>
                        <a:t>0</a:t>
                      </a:r>
                    </a:p>
                  </a:txBody>
                  <a:tcPr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4532B"/>
                </a:solidFill>
                <a:latin typeface="Trebuchet MS"/>
              </a:rPr>
              <a:t>The run-in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80160"/>
            <a:ext cx="1371600" cy="91440"/>
          </a:xfrm>
          <a:prstGeom prst="rect">
            <a:avLst/>
          </a:prstGeom>
          <a:solidFill>
            <a:srgbClr val="E2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104241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118872" cy="64008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3852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532B"/>
                </a:solidFill>
                <a:latin typeface="Trebuchet MS"/>
              </a:rPr>
              <a:t>Oct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938528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4241A"/>
                </a:solidFill>
                <a:latin typeface="Trebuchet MS"/>
              </a:rPr>
              <a:t>vs Westside United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947672"/>
            <a:ext cx="1371600" cy="402336"/>
          </a:xfrm>
          <a:prstGeom prst="round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1938528"/>
            <a:ext cx="1371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HOME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78608"/>
            <a:ext cx="104241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578608"/>
            <a:ext cx="118872" cy="640080"/>
          </a:xfrm>
          <a:prstGeom prst="rect">
            <a:avLst/>
          </a:prstGeom>
          <a:solidFill>
            <a:srgbClr val="E2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688336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532B"/>
                </a:solidFill>
                <a:latin typeface="Trebuchet MS"/>
              </a:rPr>
              <a:t>Oct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88336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4241A"/>
                </a:solidFill>
                <a:latin typeface="Trebuchet MS"/>
              </a:rPr>
              <a:t>vs Lincoln Park Strikers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2697479"/>
            <a:ext cx="1371600" cy="402336"/>
          </a:xfrm>
          <a:prstGeom prst="roundRect">
            <a:avLst/>
          </a:prstGeom>
          <a:solidFill>
            <a:srgbClr val="E2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688336"/>
            <a:ext cx="1371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AWAY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328415"/>
            <a:ext cx="104241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328415"/>
            <a:ext cx="118872" cy="64008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438144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532B"/>
                </a:solidFill>
                <a:latin typeface="Trebuchet MS"/>
              </a:rPr>
              <a:t>Oct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438144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4241A"/>
                </a:solidFill>
                <a:latin typeface="Trebuchet MS"/>
              </a:rPr>
              <a:t>vs Allen Park Comets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3447287"/>
            <a:ext cx="1371600" cy="402336"/>
          </a:xfrm>
          <a:prstGeom prst="round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438144"/>
            <a:ext cx="1371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HOME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078224"/>
            <a:ext cx="104241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4078224"/>
            <a:ext cx="118872" cy="640080"/>
          </a:xfrm>
          <a:prstGeom prst="rect">
            <a:avLst/>
          </a:prstGeom>
          <a:solidFill>
            <a:srgbClr val="E2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187952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532B"/>
                </a:solidFill>
                <a:latin typeface="Trebuchet MS"/>
              </a:rPr>
              <a:t>Oct 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18795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4241A"/>
                </a:solidFill>
                <a:latin typeface="Trebuchet MS"/>
              </a:rPr>
              <a:t>vs Taylor Thunder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4197096"/>
            <a:ext cx="1371600" cy="402336"/>
          </a:xfrm>
          <a:prstGeom prst="roundRect">
            <a:avLst/>
          </a:prstGeom>
          <a:solidFill>
            <a:srgbClr val="E2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4187952"/>
            <a:ext cx="1371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AWAY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4828031"/>
            <a:ext cx="104241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" y="4828031"/>
            <a:ext cx="118872" cy="64008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4937759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532B"/>
                </a:solidFill>
                <a:latin typeface="Trebuchet MS"/>
              </a:rPr>
              <a:t>Oct 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937759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4241A"/>
                </a:solidFill>
                <a:latin typeface="Trebuchet MS"/>
              </a:rPr>
              <a:t>vs Wyandotte Wave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4946903"/>
            <a:ext cx="1371600" cy="402336"/>
          </a:xfrm>
          <a:prstGeom prst="round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4937759"/>
            <a:ext cx="1371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HOME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5577840"/>
            <a:ext cx="104241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8680" y="5577840"/>
            <a:ext cx="118872" cy="64008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568756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532B"/>
                </a:solidFill>
                <a:latin typeface="Trebuchet MS"/>
              </a:rPr>
              <a:t>Nov 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687568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4241A"/>
                </a:solidFill>
                <a:latin typeface="Trebuchet MS"/>
              </a:rPr>
              <a:t>Championship target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5696712"/>
            <a:ext cx="1371600" cy="402336"/>
          </a:xfrm>
          <a:prstGeom prst="round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5687568"/>
            <a:ext cx="1371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FINAL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64592" cy="6858000"/>
          </a:xfrm>
          <a:prstGeom prst="rect">
            <a:avLst/>
          </a:prstGeom>
          <a:solidFill>
            <a:srgbClr val="E2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Trebuchet MS"/>
              </a:rPr>
              <a:t>Win the title. Build a U-14.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3657600"/>
            <a:ext cx="9875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>
                <a:solidFill>
                  <a:srgbClr val="CFE0D6"/>
                </a:solidFill>
                <a:latin typeface="Trebuchet MS"/>
              </a:rPr>
              <a:t>Thank you to every parent who drove, cheered, and kept the Eagles Parents group buzzing. Let us finish the fall strong and give these kids a place to keep playing next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58521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2C14E"/>
                </a:solidFill>
                <a:latin typeface="Trebuchet MS"/>
              </a:rPr>
              <a:t>Coach David</a:t>
            </a:r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Dearborn Eagles U-12 Fall 2026 Season Review</dc:title>
  <dc:subject/>
  <dc:creator>David Hayes</dc:creator>
  <cp:keywords/>
  <dc:description/>
  <cp:lastModifiedBy>David Hayes</cp:lastModifiedBy>
  <cp:revision>1</cp:revision>
  <dcterms:created xsi:type="dcterms:W3CDTF">2013-01-27T09:14:16Z</dcterms:created>
  <dcterms:modified xsi:type="dcterms:W3CDTF">2013-01-27T09:15:58Z</dcterms:modified>
  <cp:category/>
</cp:coreProperties>
</file>