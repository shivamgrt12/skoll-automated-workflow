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Dollars</c:v>
                </c:pt>
              </c:strCache>
            </c:strRef>
          </c:tx>
          <c:spPr>
            <a:solidFill>
              <a:srgbClr val="1C5FB0"/>
            </a:solidFill>
          </c:spPr>
          <c:cat>
            <c:strRef>
              <c:f>Sheet1!$A$2:$A$7</c:f>
              <c:strCache>
                <c:ptCount val="6"/>
                <c:pt idx="0">
                  <c:v>Machine</c:v>
                </c:pt>
                <c:pt idx="1">
                  <c:v>Short block</c:v>
                </c:pt>
                <c:pt idx="2">
                  <c:v>Disc brakes</c:v>
                </c:pt>
                <c:pt idx="3">
                  <c:v>Harness</c:v>
                </c:pt>
                <c:pt idx="4">
                  <c:v>Carb kit</c:v>
                </c:pt>
                <c:pt idx="5">
                  <c:v>Primer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640</c:v>
                </c:pt>
                <c:pt idx="1">
                  <c:v>930</c:v>
                </c:pt>
                <c:pt idx="2">
                  <c:v>520</c:v>
                </c:pt>
                <c:pt idx="3">
                  <c:v>380</c:v>
                </c:pt>
                <c:pt idx="4">
                  <c:v>141</c:v>
                </c:pt>
                <c:pt idx="5">
                  <c:v>260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100" b="1">
                  <a:solidFill>
                    <a:srgbClr val="DDE6F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DDE6F0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DDE6F0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229600" y="-914400"/>
            <a:ext cx="457200" cy="8229600"/>
          </a:xfrm>
          <a:prstGeom prst="parallelogram">
            <a:avLst/>
          </a:prstGeom>
          <a:noFill/>
          <a:ln w="101600">
            <a:solidFill>
              <a:srgbClr val="13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006840" y="-914400"/>
            <a:ext cx="457200" cy="8229600"/>
          </a:xfrm>
          <a:prstGeom prst="parallelogram">
            <a:avLst/>
          </a:prstGeom>
          <a:noFill/>
          <a:ln w="101600">
            <a:solidFill>
              <a:srgbClr val="13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84080" y="-914400"/>
            <a:ext cx="457200" cy="8229600"/>
          </a:xfrm>
          <a:prstGeom prst="parallelogram">
            <a:avLst/>
          </a:prstGeom>
          <a:noFill/>
          <a:ln w="101600">
            <a:solidFill>
              <a:srgbClr val="13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10561320" y="-914400"/>
            <a:ext cx="457200" cy="8229600"/>
          </a:xfrm>
          <a:prstGeom prst="parallelogram">
            <a:avLst/>
          </a:prstGeom>
          <a:noFill/>
          <a:ln w="101600">
            <a:solidFill>
              <a:srgbClr val="13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11338560" y="-914400"/>
            <a:ext cx="457200" cy="8229600"/>
          </a:xfrm>
          <a:prstGeom prst="parallelogram">
            <a:avLst/>
          </a:prstGeom>
          <a:noFill/>
          <a:ln w="101600">
            <a:solidFill>
              <a:srgbClr val="13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12115800" y="-914400"/>
            <a:ext cx="457200" cy="8229600"/>
          </a:xfrm>
          <a:prstGeom prst="parallelogram">
            <a:avLst/>
          </a:prstGeom>
          <a:noFill/>
          <a:ln w="101600">
            <a:solidFill>
              <a:srgbClr val="13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6400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7DB7E8"/>
                </a:solidFill>
                <a:latin typeface="Consolas"/>
              </a:rPr>
              <a:t>BACK BAY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400" b="1">
                <a:solidFill>
                  <a:srgbClr val="DDE6F0"/>
                </a:solidFill>
                <a:latin typeface="Consolas"/>
              </a:rPr>
              <a:t>Project Blue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49039"/>
            <a:ext cx="8686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>
                <a:solidFill>
                  <a:srgbClr val="8AA1BA"/>
                </a:solidFill>
                <a:latin typeface="Segoe UI"/>
              </a:rPr>
              <a:t>Rebuilding a 1972 Chevelle SS, one careful stage at a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029200"/>
            <a:ext cx="1828800" cy="73152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5212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7DB7E8"/>
                </a:solidFill>
                <a:latin typeface="Segoe UI"/>
              </a:rPr>
              <a:t>A build log by David Hayes</a:t>
            </a:r>
          </a:p>
        </p:txBody>
      </p:sp>
    </p:spTree>
  </p:cSld>
  <p:clrMapOvr>
    <a:masterClrMapping/>
  </p:clrMapOvr>
  <p:transition spd="med">
    <p:wipe dir="u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DDE6F0"/>
                </a:solidFill>
                <a:latin typeface="Consolas"/>
              </a:rPr>
              <a:t>The car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325880"/>
            <a:ext cx="1371600" cy="82296"/>
          </a:xfrm>
          <a:prstGeom prst="rect">
            <a:avLst/>
          </a:prstGeom>
          <a:solidFill>
            <a:srgbClr val="7DB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920240"/>
            <a:ext cx="3474720" cy="1828800"/>
          </a:xfrm>
          <a:prstGeom prst="roundRect">
            <a:avLst/>
          </a:prstGeom>
          <a:solidFill>
            <a:srgbClr val="16263A"/>
          </a:solidFill>
          <a:ln w="12700">
            <a:solidFill>
              <a:srgbClr val="27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9456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7DB7E8"/>
                </a:solidFill>
                <a:latin typeface="Consolas"/>
              </a:rPr>
              <a:t>1972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31546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8AA1BA"/>
                </a:solidFill>
                <a:latin typeface="Segoe UI"/>
              </a:rPr>
              <a:t>Model 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920240"/>
            <a:ext cx="3474720" cy="1828800"/>
          </a:xfrm>
          <a:prstGeom prst="roundRect">
            <a:avLst/>
          </a:prstGeom>
          <a:solidFill>
            <a:srgbClr val="16263A"/>
          </a:solidFill>
          <a:ln w="12700">
            <a:solidFill>
              <a:srgbClr val="27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219456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7DB7E8"/>
                </a:solidFill>
                <a:latin typeface="Consolas"/>
              </a:rPr>
              <a:t>454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0328" y="31546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8AA1BA"/>
                </a:solidFill>
                <a:latin typeface="Segoe UI"/>
              </a:rPr>
              <a:t>Big block, cubic inches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59" y="1920240"/>
            <a:ext cx="3474720" cy="1828800"/>
          </a:xfrm>
          <a:prstGeom prst="roundRect">
            <a:avLst/>
          </a:prstGeom>
          <a:solidFill>
            <a:srgbClr val="16263A"/>
          </a:solidFill>
          <a:ln w="12700">
            <a:solidFill>
              <a:srgbClr val="27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219456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7DB7E8"/>
                </a:solidFill>
                <a:latin typeface="Consolas"/>
              </a:rPr>
              <a:t>Original blue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9367" y="31546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8AA1BA"/>
                </a:solidFill>
                <a:latin typeface="Segoe UI"/>
              </a:rPr>
              <a:t>Paint color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023360"/>
            <a:ext cx="3474720" cy="1828800"/>
          </a:xfrm>
          <a:prstGeom prst="roundRect">
            <a:avLst/>
          </a:prstGeom>
          <a:solidFill>
            <a:srgbClr val="16263A"/>
          </a:solidFill>
          <a:ln w="12700">
            <a:solidFill>
              <a:srgbClr val="27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9768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7DB7E8"/>
                </a:solidFill>
                <a:latin typeface="Consolas"/>
              </a:rPr>
              <a:t>Front disc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52578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8AA1BA"/>
                </a:solidFill>
                <a:latin typeface="Segoe UI"/>
              </a:rPr>
              <a:t>Brake conversion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4023360"/>
            <a:ext cx="3474720" cy="1828800"/>
          </a:xfrm>
          <a:prstGeom prst="roundRect">
            <a:avLst/>
          </a:prstGeom>
          <a:solidFill>
            <a:srgbClr val="16263A"/>
          </a:solidFill>
          <a:ln w="12700">
            <a:solidFill>
              <a:srgbClr val="27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429768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7DB7E8"/>
                </a:solidFill>
                <a:latin typeface="Consolas"/>
              </a:rPr>
              <a:t>66+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52578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8AA1BA"/>
                </a:solidFill>
                <a:latin typeface="Segoe UI"/>
              </a:rPr>
              <a:t>Hours logged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59" y="4023360"/>
            <a:ext cx="3474720" cy="1828800"/>
          </a:xfrm>
          <a:prstGeom prst="roundRect">
            <a:avLst/>
          </a:prstGeom>
          <a:solidFill>
            <a:srgbClr val="16263A"/>
          </a:solidFill>
          <a:ln w="12700">
            <a:solidFill>
              <a:srgbClr val="27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429768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7DB7E8"/>
                </a:solidFill>
                <a:latin typeface="Consolas"/>
              </a:rPr>
              <a:t>8,000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7" y="52578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8AA1BA"/>
                </a:solidFill>
                <a:latin typeface="Segoe UI"/>
              </a:rPr>
              <a:t>Dollars to finish</a:t>
            </a:r>
          </a:p>
        </p:txBody>
      </p:sp>
    </p:spTree>
  </p:cSld>
  <p:clrMapOvr>
    <a:masterClrMapping/>
  </p:clrMapOvr>
  <p:transition spd="med">
    <p:wipe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DDE6F0"/>
                </a:solidFill>
                <a:latin typeface="Consolas"/>
              </a:rPr>
              <a:t>The journey so far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80160"/>
            <a:ext cx="1371600" cy="82296"/>
          </a:xfrm>
          <a:prstGeom prst="rect">
            <a:avLst/>
          </a:prstGeom>
          <a:solidFill>
            <a:srgbClr val="7DB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80160" y="2011680"/>
            <a:ext cx="36576" cy="3931920"/>
          </a:xfrm>
          <a:prstGeom prst="rect">
            <a:avLst/>
          </a:prstGeom>
          <a:solidFill>
            <a:srgbClr val="27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" y="2011680"/>
            <a:ext cx="329184" cy="329184"/>
          </a:xfrm>
          <a:prstGeom prst="ellipse">
            <a:avLst/>
          </a:prstGeom>
          <a:solidFill>
            <a:srgbClr val="7DB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9659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E0A93B"/>
                </a:solidFill>
                <a:latin typeface="Consolas"/>
              </a:rPr>
              <a:t>Jun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96596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DDE6F0"/>
                </a:solidFill>
                <a:latin typeface="Segoe UI"/>
              </a:rPr>
              <a:t>Teardown, every fastener catalogued</a:t>
            </a:r>
          </a:p>
        </p:txBody>
      </p:sp>
      <p:sp>
        <p:nvSpPr>
          <p:cNvPr id="9" name="Oval 8"/>
          <p:cNvSpPr/>
          <p:nvPr/>
        </p:nvSpPr>
        <p:spPr>
          <a:xfrm>
            <a:off x="1133856" y="2670048"/>
            <a:ext cx="329184" cy="329184"/>
          </a:xfrm>
          <a:prstGeom prst="ellipse">
            <a:avLst/>
          </a:prstGeom>
          <a:solidFill>
            <a:srgbClr val="7DB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62432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E0A93B"/>
                </a:solidFill>
                <a:latin typeface="Consolas"/>
              </a:rPr>
              <a:t>Jan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24328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DDE6F0"/>
                </a:solidFill>
                <a:latin typeface="Segoe UI"/>
              </a:rPr>
              <a:t>Block machined and cylinders honed</a:t>
            </a:r>
          </a:p>
        </p:txBody>
      </p:sp>
      <p:sp>
        <p:nvSpPr>
          <p:cNvPr id="12" name="Oval 11"/>
          <p:cNvSpPr/>
          <p:nvPr/>
        </p:nvSpPr>
        <p:spPr>
          <a:xfrm>
            <a:off x="1133856" y="3328416"/>
            <a:ext cx="329184" cy="329184"/>
          </a:xfrm>
          <a:prstGeom prst="ellipse">
            <a:avLst/>
          </a:prstGeom>
          <a:solidFill>
            <a:srgbClr val="7DB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282696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E0A93B"/>
                </a:solidFill>
                <a:latin typeface="Consolas"/>
              </a:rPr>
              <a:t>Feb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282696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DDE6F0"/>
                </a:solidFill>
                <a:latin typeface="Segoe UI"/>
              </a:rPr>
              <a:t>Short block reassembled to spec</a:t>
            </a:r>
          </a:p>
        </p:txBody>
      </p:sp>
      <p:sp>
        <p:nvSpPr>
          <p:cNvPr id="15" name="Oval 14"/>
          <p:cNvSpPr/>
          <p:nvPr/>
        </p:nvSpPr>
        <p:spPr>
          <a:xfrm>
            <a:off x="1133856" y="3986784"/>
            <a:ext cx="329184" cy="329184"/>
          </a:xfrm>
          <a:prstGeom prst="ellipse">
            <a:avLst/>
          </a:prstGeom>
          <a:solidFill>
            <a:srgbClr val="7DB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3941064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E0A93B"/>
                </a:solidFill>
                <a:latin typeface="Consolas"/>
              </a:rPr>
              <a:t>Oct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941064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DDE6F0"/>
                </a:solidFill>
                <a:latin typeface="Segoe UI"/>
              </a:rPr>
              <a:t>Front disc brake conversion</a:t>
            </a:r>
          </a:p>
        </p:txBody>
      </p:sp>
      <p:sp>
        <p:nvSpPr>
          <p:cNvPr id="18" name="Oval 17"/>
          <p:cNvSpPr/>
          <p:nvPr/>
        </p:nvSpPr>
        <p:spPr>
          <a:xfrm>
            <a:off x="1133856" y="4645152"/>
            <a:ext cx="329184" cy="329184"/>
          </a:xfrm>
          <a:prstGeom prst="ellipse">
            <a:avLst/>
          </a:prstGeom>
          <a:solidFill>
            <a:srgbClr val="7DB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459943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E0A93B"/>
                </a:solidFill>
                <a:latin typeface="Consolas"/>
              </a:rPr>
              <a:t>Dec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599432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DDE6F0"/>
                </a:solidFill>
                <a:latin typeface="Segoe UI"/>
              </a:rPr>
              <a:t>New wiring harness and gauges</a:t>
            </a:r>
          </a:p>
        </p:txBody>
      </p:sp>
      <p:sp>
        <p:nvSpPr>
          <p:cNvPr id="21" name="Oval 20"/>
          <p:cNvSpPr/>
          <p:nvPr/>
        </p:nvSpPr>
        <p:spPr>
          <a:xfrm>
            <a:off x="1133856" y="5303520"/>
            <a:ext cx="329184" cy="329184"/>
          </a:xfrm>
          <a:prstGeom prst="ellipse">
            <a:avLst/>
          </a:prstGeom>
          <a:solidFill>
            <a:srgbClr val="7DB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525780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E0A93B"/>
                </a:solidFill>
                <a:latin typeface="Consolas"/>
              </a:rPr>
              <a:t>Jan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25780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DDE6F0"/>
                </a:solidFill>
                <a:latin typeface="Segoe UI"/>
              </a:rPr>
              <a:t>Body prep and primer down</a:t>
            </a:r>
          </a:p>
        </p:txBody>
      </p:sp>
    </p:spTree>
  </p:cSld>
  <p:clrMapOvr>
    <a:masterClrMapping/>
  </p:clrMapOvr>
  <p:transition spd="med">
    <p:wipe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DDE6F0"/>
                </a:solidFill>
                <a:latin typeface="Consolas"/>
              </a:rPr>
              <a:t>Build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80160"/>
            <a:ext cx="1371600" cy="82296"/>
          </a:xfrm>
          <a:prstGeom prst="rect">
            <a:avLst/>
          </a:prstGeom>
          <a:solidFill>
            <a:srgbClr val="7DB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8AA1BA"/>
                </a:solidFill>
                <a:latin typeface="Segoe UI"/>
              </a:rPr>
              <a:t>Spent to date 1,309 dollars this stretch. Fund at 3,200 toward an 11,200 goal.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2148840"/>
          <a:ext cx="10972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wipe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1554480"/>
          </a:xfrm>
          <a:prstGeom prst="rect">
            <a:avLst/>
          </a:prstGeom>
          <a:solidFill>
            <a:srgbClr val="16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51760"/>
            <a:ext cx="12191695" cy="64008"/>
          </a:xfrm>
          <a:prstGeom prst="rect">
            <a:avLst/>
          </a:prstGeom>
          <a:solidFill>
            <a:srgbClr val="7DB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42232"/>
            <a:ext cx="12191695" cy="64008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7DB7E8"/>
                </a:solidFill>
                <a:latin typeface="Consolas"/>
              </a:rPr>
              <a:t>The finish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DDE6F0"/>
                </a:solidFill>
                <a:latin typeface="Consolas"/>
              </a:rPr>
              <a:t>Onto Woodward for the Dream Cruise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8AA1BA"/>
                </a:solidFill>
                <a:latin typeface="Segoe UI"/>
              </a:rPr>
              <a:t>Glass and chrome go back on this fall, then prep for paint. The same route walked every August finally driven, in a car my father started and I get to finish.</a:t>
            </a:r>
          </a:p>
        </p:txBody>
      </p:sp>
    </p:spTree>
  </p:cSld>
  <p:clrMapOvr>
    <a:masterClrMapping/>
  </p:clrMapOvr>
  <p:transition spd="med">
    <p:wipe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Blue, 1972 Chevelle SS Build Log</dc:title>
  <dc:subject/>
  <dc:creator>David Hayes</dc:creator>
  <cp:keywords/>
  <dc:description/>
  <cp:lastModifiedBy>David Hayes</cp:lastModifiedBy>
  <cp:revision>1</cp:revision>
  <dcterms:created xsi:type="dcterms:W3CDTF">2013-01-27T09:14:16Z</dcterms:created>
  <dcterms:modified xsi:type="dcterms:W3CDTF">2013-01-27T09:15:58Z</dcterms:modified>
  <cp:category/>
</cp:coreProperties>
</file>