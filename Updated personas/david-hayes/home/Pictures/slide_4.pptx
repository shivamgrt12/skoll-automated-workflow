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109728"/>
          </a:xfrm>
          <a:prstGeom prst="rect">
            <a:avLst/>
          </a:prstGeom>
          <a:solidFill>
            <a:srgbClr val="B1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B3640"/>
                </a:solidFill>
                <a:latin typeface="Verdana"/>
              </a:rPr>
              <a:t>HAYES AUTO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Verdana"/>
              </a:rPr>
              <a:t>Get winter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31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D7DDE2"/>
                </a:solidFill>
                <a:latin typeface="Verdana"/>
              </a:rPr>
              <a:t>A neighborhood winter service guide from a shop that has done Dearborn winters since 1998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D9882A"/>
                </a:solidFill>
                <a:latin typeface="Verdana"/>
              </a:rPr>
              <a:t>6847 Warren Ave, East Dearborn   |   (313) 555-0100   |   November 2025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B3640"/>
                </a:solidFill>
                <a:latin typeface="Verdana"/>
              </a:rPr>
              <a:t>Why winter matters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71600"/>
            <a:ext cx="1371600" cy="91440"/>
          </a:xfrm>
          <a:prstGeom prst="rect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424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304288"/>
            <a:ext cx="548640" cy="548640"/>
          </a:xfrm>
          <a:prstGeom prst="ellipse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B3640"/>
                </a:solidFill>
                <a:latin typeface="Verdana"/>
              </a:rPr>
              <a:t>Batteries fail in the cold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7480"/>
                </a:solidFill>
                <a:latin typeface="Verdana"/>
              </a:rPr>
              <a:t>A two minute load test now beats a no start in January.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37560"/>
            <a:ext cx="10424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" y="3630168"/>
            <a:ext cx="548640" cy="548640"/>
          </a:xfrm>
          <a:prstGeom prst="ellipse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5204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B3640"/>
                </a:solidFill>
                <a:latin typeface="Verdana"/>
              </a:rPr>
              <a:t>Tire pressure drops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7480"/>
                </a:solidFill>
                <a:latin typeface="Verdana"/>
              </a:rPr>
              <a:t>Pressure falls with the temperature, so traction and wear suffer.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63440"/>
            <a:ext cx="10424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4956048"/>
            <a:ext cx="548640" cy="548640"/>
          </a:xfrm>
          <a:prstGeom prst="ellipse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5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8463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B3640"/>
                </a:solidFill>
                <a:latin typeface="Verdana"/>
              </a:rPr>
              <a:t>Brakes meet salt and slush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6B7480"/>
                </a:solidFill>
                <a:latin typeface="Verdana"/>
              </a:rPr>
              <a:t>A squeal in the fall becomes a problem once the roads turn.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B3640"/>
                </a:solidFill>
                <a:latin typeface="Verdana"/>
              </a:rPr>
              <a:t>The winter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71600"/>
            <a:ext cx="1371600" cy="91440"/>
          </a:xfrm>
          <a:prstGeom prst="rect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4884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6654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08483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Load test the battery and clean terminals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2024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214884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06654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8483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Set tire pressure to the door placard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2608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15468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07238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09067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Measure tread and rotate for even wear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2608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315468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07238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09067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Confirm antifreeze protects below zero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93192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07822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09651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Replace worn wiper blades, add winter fluid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93192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416052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07822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09651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Inspect pads, rotors, and brake fluid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93776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97280" y="516636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508406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19" y="510235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Check belts, hoses, and the cabin heater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93776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3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0" y="5166360"/>
            <a:ext cx="365760" cy="365760"/>
          </a:xfrm>
          <a:prstGeom prst="roundRect">
            <a:avLst/>
          </a:prstGeom>
          <a:solidFill>
            <a:srgbClr val="2F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5084064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Verdana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10235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24292E"/>
                </a:solidFill>
                <a:latin typeface="Verdana"/>
              </a:rPr>
              <a:t>Confirm every exterior light works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Why neighbors choose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71600"/>
            <a:ext cx="1371600" cy="91440"/>
          </a:xfrm>
          <a:prstGeom prst="rect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2560320" cy="2103120"/>
          </a:xfrm>
          <a:prstGeom prst="roundRect">
            <a:avLst/>
          </a:prstGeom>
          <a:solidFill>
            <a:srgbClr val="38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82A"/>
                </a:solidFill>
                <a:latin typeface="Verdana"/>
              </a:rPr>
              <a:t>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D7DDE2"/>
                </a:solidFill>
                <a:latin typeface="Verdana"/>
              </a:rPr>
              <a:t>Star rating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560320" cy="2103120"/>
          </a:xfrm>
          <a:prstGeom prst="roundRect">
            <a:avLst/>
          </a:prstGeom>
          <a:solidFill>
            <a:srgbClr val="38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82A"/>
                </a:solidFill>
                <a:latin typeface="Verdana"/>
              </a:rPr>
              <a:t>340+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20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D7DDE2"/>
                </a:solidFill>
                <a:latin typeface="Verdana"/>
              </a:rPr>
              <a:t>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03120"/>
            <a:ext cx="2560320" cy="2103120"/>
          </a:xfrm>
          <a:prstGeom prst="roundRect">
            <a:avLst/>
          </a:prstGeom>
          <a:solidFill>
            <a:srgbClr val="38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82A"/>
                </a:solidFill>
                <a:latin typeface="Verdana"/>
              </a:rPr>
              <a:t>12 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20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D7DDE2"/>
                </a:solidFill>
                <a:latin typeface="Verdana"/>
              </a:rPr>
              <a:t>Warranty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39" y="2103120"/>
            <a:ext cx="2560320" cy="2103120"/>
          </a:xfrm>
          <a:prstGeom prst="roundRect">
            <a:avLst/>
          </a:prstGeom>
          <a:solidFill>
            <a:srgbClr val="38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246888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D9882A"/>
                </a:solidFill>
                <a:latin typeface="Verdana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35204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D7DDE2"/>
                </a:solidFill>
                <a:latin typeface="Verdana"/>
              </a:rPr>
              <a:t>Inspection with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D7DDE2"/>
                </a:solidFill>
                <a:latin typeface="Verdana"/>
              </a:rPr>
              <a:t>Honest work at a fair price, and free inspections for single mothers twice a year. The same promise, every visit, since my father opened the doors.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B3640"/>
                </a:solidFill>
                <a:latin typeface="Verdana"/>
              </a:rPr>
              <a:t>Winter service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71600"/>
            <a:ext cx="1371600" cy="91440"/>
          </a:xfrm>
          <a:prstGeom prst="rect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737360"/>
          <a:ext cx="74980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743200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Service</a:t>
                      </a:r>
                    </a:p>
                  </a:txBody>
                  <a:tcPr>
                    <a:solidFill>
                      <a:srgbClr val="2B36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Verdana"/>
                        </a:rPr>
                        <a:t>Price</a:t>
                      </a:r>
                    </a:p>
                  </a:txBody>
                  <a:tcPr>
                    <a:solidFill>
                      <a:srgbClr val="2B3640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Multi point winter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45 dollars, or free with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Battery test and replacement</a:t>
                      </a:r>
                    </a:p>
                  </a:txBody>
                  <a:tcPr>
                    <a:solidFill>
                      <a:srgbClr val="F6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From 118 dollars</a:t>
                      </a:r>
                    </a:p>
                  </a:txBody>
                  <a:tcPr>
                    <a:solidFill>
                      <a:srgbClr val="F6EFE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Brake inspection and fluid flush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Quoted after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Tire rotation and pressure set</a:t>
                      </a:r>
                    </a:p>
                  </a:txBody>
                  <a:tcPr>
                    <a:solidFill>
                      <a:srgbClr val="F6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Included with most service</a:t>
                      </a:r>
                    </a:p>
                  </a:txBody>
                  <a:tcPr>
                    <a:solidFill>
                      <a:srgbClr val="F6EFE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Diagnostic, code and live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92E"/>
                          </a:solidFill>
                          <a:latin typeface="Verdana"/>
                        </a:rPr>
                        <a:t>129 dollars, applied to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0" y="1737360"/>
            <a:ext cx="2834640" cy="3383280"/>
          </a:xfrm>
          <a:prstGeom prst="roundRect">
            <a:avLst/>
          </a:prstGeom>
          <a:solidFill>
            <a:srgbClr val="D98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2103120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Book your 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834640"/>
            <a:ext cx="2377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B3640"/>
                </a:solidFill>
                <a:latin typeface="Verdana"/>
              </a:rPr>
              <a:t>Call or stop by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Verdana"/>
              </a:rPr>
              <a:t>(313) 555-0100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B3640"/>
                </a:solidFill>
                <a:latin typeface="Verdana"/>
              </a:rPr>
              <a:t>Mon to Fri 8 to 6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B3640"/>
                </a:solidFill>
                <a:latin typeface="Verdana"/>
              </a:rPr>
              <a:t>Saturday 8 to 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B3640"/>
                </a:solidFill>
                <a:latin typeface="Verdana"/>
              </a:rPr>
              <a:t>6847 Warren Ave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Hayes Auto Works Winter Service Guide</dc:title>
  <dc:subject/>
  <dc:creator>David Hayes</dc:creator>
  <cp:keywords/>
  <dc:description/>
  <cp:lastModifiedBy>David Hayes</cp:lastModifiedBy>
  <cp:revision>1</cp:revision>
  <dcterms:created xsi:type="dcterms:W3CDTF">2013-01-27T09:14:16Z</dcterms:created>
  <dcterms:modified xsi:type="dcterms:W3CDTF">2013-01-27T09:15:58Z</dcterms:modified>
  <cp:category/>
</cp:coreProperties>
</file>