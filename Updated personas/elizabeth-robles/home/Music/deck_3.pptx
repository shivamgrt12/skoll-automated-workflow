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.jpg"/>
          <p:cNvPicPr>
            <a:picLocks noChangeAspect="1"/>
          </p:cNvPicPr>
          <p:nvPr/>
        </p:nvPicPr>
        <p:blipFill>
          <a:blip r:embed="rId2"/>
          <a:srcRect t="31242" b="3124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468880"/>
            <a:ext cx="12191695" cy="2103120"/>
          </a:xfrm>
          <a:prstGeom prst="rect">
            <a:avLst/>
          </a:prstGeom>
          <a:solidFill>
            <a:srgbClr val="3A4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Valentina's Path to Marine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11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E8E2D2"/>
                </a:solidFill>
                <a:latin typeface="Calibri"/>
              </a:rPr>
              <a:t>A planning roadmap. Junior year, Class of 2027.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114800"/>
            <a:ext cx="1828800" cy="45720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Clear targets make the work concrete</a:t>
            </a:r>
          </a:p>
        </p:txBody>
      </p:sp>
      <p:pic>
        <p:nvPicPr>
          <p:cNvPr id="6" name="Picture 5" descr="2x.jpg"/>
          <p:cNvPicPr>
            <a:picLocks noChangeAspect="1"/>
          </p:cNvPicPr>
          <p:nvPr/>
        </p:nvPicPr>
        <p:blipFill>
          <a:blip r:embed="rId2"/>
          <a:srcRect t="4566" b="4566"/>
          <a:stretch>
            <a:fillRect/>
          </a:stretch>
        </p:blipFill>
        <p:spPr>
          <a:xfrm>
            <a:off x="7680960" y="1417320"/>
            <a:ext cx="402336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45920"/>
            <a:ext cx="6766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0">
                <a:solidFill>
                  <a:srgbClr val="262B30"/>
                </a:solidFill>
                <a:latin typeface="Calibri"/>
              </a:rPr>
              <a:t>•  A marine biology major, the through line of every course choice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0">
                <a:solidFill>
                  <a:srgbClr val="262B30"/>
                </a:solidFill>
                <a:latin typeface="Calibri"/>
              </a:rPr>
              <a:t>•  A target SAT of 1400, realistic from the current trajectory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0">
                <a:solidFill>
                  <a:srgbClr val="262B30"/>
                </a:solidFill>
                <a:latin typeface="Calibri"/>
              </a:rPr>
              <a:t>•  A shortlist of six Florida and out of state programs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0">
                <a:solidFill>
                  <a:srgbClr val="262B30"/>
                </a:solidFill>
                <a:latin typeface="Calibri"/>
              </a:rPr>
              <a:t>•  Fund the first two years in state from the 529 plan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50" b="0">
                <a:solidFill>
                  <a:srgbClr val="262B30"/>
                </a:solidFill>
                <a:latin typeface="Calibri"/>
              </a:rPr>
              <a:t>•  Applications open in the fall of senior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Strong in the sciences, around a 3.7 weighted GPA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SAT, Climbing on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One hundred sixty points gained since the diagnostic</a:t>
            </a:r>
          </a:p>
        </p:txBody>
      </p:sp>
      <p:pic>
        <p:nvPicPr>
          <p:cNvPr id="6" name="Picture 5" descr="col_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7406640" cy="349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828800"/>
            <a:ext cx="32918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Reading is already strong. The remaining gains sit in advanced algebra and data analysis.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Weekly sessions continue through the spring, with a focused review before the November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Target test date, November 7,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Six Schools, Real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Cost is part of the conversation, not an afterthought</a:t>
            </a:r>
          </a:p>
        </p:txBody>
      </p:sp>
      <p:pic>
        <p:nvPicPr>
          <p:cNvPr id="6" name="Picture 5" descr="col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040880" cy="33258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37360"/>
            <a:ext cx="39319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262B30"/>
                </a:solidFill>
                <a:latin typeface="Calibri"/>
              </a:rPr>
              <a:t>In state programs keep the 529 stretching further. The state flagship and the St. Pete campus on the water are the value picks.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reach schools stay on the list, paired with a real scholarship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Visit the close to home option and the small college over winter break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Paying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The 529 is on track to its goal</a:t>
            </a:r>
          </a:p>
        </p:txBody>
      </p:sp>
      <p:pic>
        <p:nvPicPr>
          <p:cNvPr id="6" name="Picture 5" descr="col_5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7406640" cy="35127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645920"/>
            <a:ext cx="3200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645920"/>
            <a:ext cx="109728" cy="12801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55648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88412"/>
            <a:ext cx="2743200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Of the $60,000 goal already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108960"/>
            <a:ext cx="3200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3108960"/>
            <a:ext cx="109728" cy="1280160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3218688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6F78"/>
                </a:solidFill>
                <a:latin typeface="Calibri"/>
              </a:rPr>
              <a:t>$300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851452"/>
            <a:ext cx="2743200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3A4750"/>
                </a:solidFill>
                <a:latin typeface="Calibri"/>
              </a:rPr>
              <a:t>Auto transfer, plus periodic lump gifts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Target reached before fall 2027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D97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Timeline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D9E6E8"/>
                </a:solidFill>
                <a:latin typeface="Calibri"/>
              </a:rPr>
              <a:t>The next twelve months, in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691640" cy="914400"/>
          </a:xfrm>
          <a:prstGeom prst="round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This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737360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Lock the SAT review schedule. Confirm the November test seat.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1691640" cy="914400"/>
          </a:xfrm>
          <a:prstGeom prst="round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34639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November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880360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Early action deadlines for the in state and reach schools, most on the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1691640" cy="914400"/>
          </a:xfrm>
          <a:prstGeom prst="round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Winter break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023359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Campus visits to the close to home and small college options.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74920"/>
            <a:ext cx="1691640" cy="914400"/>
          </a:xfrm>
          <a:prstGeom prst="round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12064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Senior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166359"/>
            <a:ext cx="9052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62B30"/>
                </a:solidFill>
                <a:latin typeface="Calibri"/>
              </a:rPr>
              <a:t>Submit applications, line up scholarship and aid paperwork early.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Reviewed with Valentina, kept on the family calendar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