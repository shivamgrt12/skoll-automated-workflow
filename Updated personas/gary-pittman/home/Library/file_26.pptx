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Target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Sunday Service</c:v>
                </c:pt>
                <c:pt idx="1">
                  <c:v>Bible Study</c:v>
                </c:pt>
                <c:pt idx="2">
                  <c:v>Vestry Board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475569"/>
                </a:solidFill>
                <a:latin typeface="Arial"/>
              </a:defRPr>
            </a:pPr>
            <a:r>
              <a:t>Bethlehem Lutheran Church Facility Plan</a:t>
            </a:r>
          </a:p>
          <a:p>
            <a:pPr>
              <a:defRPr sz="2000">
                <a:solidFill>
                  <a:srgbClr val="1C1917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68 F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Sanctuary Temp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Target temperature during Sunday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80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Fellowship Seats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Maximum round table setup limits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475569"/>
                </a:solidFill>
                <a:latin typeface="Arial"/>
              </a:defRPr>
            </a:pPr>
            <a:r>
              <a:t>12</a:t>
            </a:r>
          </a:p>
          <a:p>
            <a:pPr>
              <a:spcAft>
                <a:spcPts val="800"/>
              </a:spcAft>
              <a:defRPr sz="1400" b="1">
                <a:solidFill>
                  <a:srgbClr val="1C1917"/>
                </a:solidFill>
                <a:latin typeface="Arial"/>
              </a:defRPr>
            </a:pPr>
            <a:r>
              <a:t>Weekly Shifts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Assigned custodial cleaning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75569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1C1917"/>
                </a:solidFill>
                <a:latin typeface="Arial"/>
              </a:defRPr>
            </a:pPr>
            <a:r>
              <a:t>Rhythms of church facility operations rely on precise pre-heating schedules and regular volunteer shifting.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Pre-heating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Activate sanctuary gas furnaces three hours before services start.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Set target temp to 68 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Altar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Replenish candles and arrange liturgical books.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Vestry volunteer shift checks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Lockdown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C1917"/>
                </a:solidFill>
                <a:latin typeface="Arial"/>
              </a:defRPr>
            </a:pPr>
            <a:r>
              <a:t>Confirm fire exits are cleared and perimeter gates are locked.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Log church keys in logbook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Setup Type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Chairs Count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Tables Count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Thermostat Setup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Coffee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68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Bible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68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Vestry Meeting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C1917"/>
                          </a:solidFill>
                          <a:latin typeface="Arial"/>
                        </a:defRPr>
                      </a:pPr>
                      <a:r>
                        <a:t>68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75569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D2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November 2025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Service snow blower equipment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Vestry room carpet steam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Roof siding seam inspection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B45309"/>
          </a:solidFill>
          <a:ln w="254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75569"/>
                </a:solidFill>
                <a:latin typeface="Arial"/>
              </a:defRPr>
            </a:pPr>
            <a:r>
              <a:t>November 2026</a:t>
            </a:r>
          </a:p>
          <a:p>
            <a:pPr>
              <a:defRPr sz="1100">
                <a:solidFill>
                  <a:srgbClr val="1C1917"/>
                </a:solidFill>
                <a:latin typeface="Arial"/>
              </a:defRPr>
            </a:pPr>
            <a:r>
              <a:t>Thanksgiving set configurations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