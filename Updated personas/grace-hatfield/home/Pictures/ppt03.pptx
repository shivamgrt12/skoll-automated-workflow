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League Points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Westcott Wolves</c:v>
                </c:pt>
                <c:pt idx="1">
                  <c:v>Syracuse Stars</c:v>
                </c:pt>
                <c:pt idx="2">
                  <c:v>Upstate Athletic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24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1E3A8A"/>
                </a:solidFill>
                <a:latin typeface="Arial"/>
              </a:defRPr>
            </a:pPr>
            <a:r>
              <a:t>Field Hockey Defensive Strategies</a:t>
            </a:r>
          </a:p>
          <a:p>
            <a:pPr>
              <a:defRPr sz="2000">
                <a:solidFill>
                  <a:srgbClr val="030712"/>
                </a:solidFill>
                <a:latin typeface="Arial"/>
              </a:defRPr>
            </a:pPr>
            <a:r>
              <a:t>Operational Overview &amp; Planning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Operational Performance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U15</a:t>
            </a:r>
          </a:p>
          <a:p>
            <a:pPr>
              <a:spcAft>
                <a:spcPts val="800"/>
              </a:spcAft>
              <a:defRPr sz="1400" b="1">
                <a:solidFill>
                  <a:srgbClr val="030712"/>
                </a:solidFill>
                <a:latin typeface="Arial"/>
              </a:defRPr>
            </a:pPr>
            <a:r>
              <a:t>Age Bracket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Competitive youth division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12</a:t>
            </a:r>
          </a:p>
          <a:p>
            <a:pPr>
              <a:spcAft>
                <a:spcPts val="800"/>
              </a:spcAft>
              <a:defRPr sz="1400" b="1">
                <a:solidFill>
                  <a:srgbClr val="030712"/>
                </a:solidFill>
                <a:latin typeface="Arial"/>
              </a:defRPr>
            </a:pPr>
            <a:r>
              <a:t>Matches Played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Total scheduled season games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63040"/>
            <a:ext cx="237744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1E3A8A"/>
                </a:solidFill>
                <a:latin typeface="Arial"/>
              </a:defRPr>
            </a:pPr>
            <a:r>
              <a:t>30</a:t>
            </a:r>
          </a:p>
          <a:p>
            <a:pPr>
              <a:spcAft>
                <a:spcPts val="800"/>
              </a:spcAft>
              <a:defRPr sz="1400" b="1">
                <a:solidFill>
                  <a:srgbClr val="030712"/>
                </a:solidFill>
                <a:latin typeface="Arial"/>
              </a:defRPr>
            </a:pPr>
            <a:r>
              <a:t>League Points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Current standings total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Strategic Impact Analysis:</a:t>
            </a:r>
          </a:p>
          <a:p>
            <a:pPr>
              <a:defRPr sz="1200">
                <a:solidFill>
                  <a:srgbClr val="030712"/>
                </a:solidFill>
                <a:latin typeface="Arial"/>
              </a:defRPr>
            </a:pPr>
            <a:r>
              <a:t>Compact zone defense formations along the circle perimeter reduce high-threat scoring chances.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Core Operational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377440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1: Zone Staging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30712"/>
                </a:solidFill>
                <a:latin typeface="Arial"/>
              </a:defRPr>
            </a:pPr>
            <a:r>
              <a:t>Coach defensive players on circle zone alignment.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Force attacker outside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54680" y="2057400"/>
            <a:ext cx="228600" cy="27432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377440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2: Corner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30712"/>
                </a:solidFill>
                <a:latin typeface="Arial"/>
              </a:defRPr>
            </a:pPr>
            <a:r>
              <a:t>Assign specific roles to post players and runners.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Goaltender visibility checks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2160" y="2057400"/>
            <a:ext cx="228600" cy="27432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377440" cy="10972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Phase 3: Outlet Transition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26080"/>
            <a:ext cx="2377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030712"/>
                </a:solidFill>
                <a:latin typeface="Arial"/>
              </a:defRPr>
            </a:pPr>
            <a:r>
              <a:t>Drill quick outlet passing patterns to transition to offense.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- Move ball to midfielders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Operations Performance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645920"/>
          <a:ext cx="768096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Performance Data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Team Standings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Matches Played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Wins Tally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Goal Differential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Westcott Wolves U15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+24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Syracuse Stars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+12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Upstate Athletic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30712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Arial"/>
              </a:defRPr>
            </a:pPr>
            <a:r>
              <a:t>Project Milestones &amp; Horizons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3291840"/>
            <a:ext cx="7680960" cy="3657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October 2025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Mid-season tournament</a:t>
            </a:r>
          </a:p>
        </p:txBody>
      </p:sp>
      <p:sp>
        <p:nvSpPr>
          <p:cNvPr id="8" name="Oval 7"/>
          <p:cNvSpPr/>
          <p:nvPr/>
        </p:nvSpPr>
        <p:spPr>
          <a:xfrm>
            <a:off x="30815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February 2026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Rink reservation bookings</a:t>
            </a:r>
          </a:p>
        </p:txBody>
      </p:sp>
      <p:sp>
        <p:nvSpPr>
          <p:cNvPr id="10" name="Oval 9"/>
          <p:cNvSpPr/>
          <p:nvPr/>
        </p:nvSpPr>
        <p:spPr>
          <a:xfrm>
            <a:off x="51389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October 2026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Regional championship tournament</a:t>
            </a:r>
          </a:p>
        </p:txBody>
      </p:sp>
      <p:sp>
        <p:nvSpPr>
          <p:cNvPr id="12" name="Oval 11"/>
          <p:cNvSpPr/>
          <p:nvPr/>
        </p:nvSpPr>
        <p:spPr>
          <a:xfrm>
            <a:off x="7196328" y="3163824"/>
            <a:ext cx="292608" cy="292608"/>
          </a:xfrm>
          <a:prstGeom prst="ellipse">
            <a:avLst/>
          </a:prstGeom>
          <a:solidFill>
            <a:srgbClr val="D97706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November 2026</a:t>
            </a:r>
          </a:p>
          <a:p>
            <a:pPr>
              <a:defRPr sz="1100">
                <a:solidFill>
                  <a:srgbClr val="030712"/>
                </a:solidFill>
                <a:latin typeface="Arial"/>
              </a:defRPr>
            </a:pPr>
            <a:r>
              <a:t>Annual team banquet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