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Stitching Hours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Log Cabin</c:v>
                </c:pt>
                <c:pt idx="1">
                  <c:v>Wedding Ring</c:v>
                </c:pt>
                <c:pt idx="2">
                  <c:v>Flying Geese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75</c:v>
                </c:pt>
                <c:pt idx="2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1E3A8A"/>
                </a:solidFill>
                <a:latin typeface="Arial"/>
              </a:defRPr>
            </a:pPr>
            <a:r>
              <a:t>Appalachian Quilting Traditions</a:t>
            </a:r>
          </a:p>
          <a:p>
            <a:pPr>
              <a:defRPr sz="2000">
                <a:solidFill>
                  <a:srgbClr val="030712"/>
                </a:solidFill>
                <a:latin typeface="Arial"/>
              </a:defRPr>
            </a:pPr>
            <a:r>
              <a:t>Operational Overview &amp; Planning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Operational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7 Yrs</a:t>
            </a:r>
          </a:p>
          <a:p>
            <a:pPr>
              <a:spcAft>
                <a:spcPts val="800"/>
              </a:spcAft>
              <a:defRPr sz="1400" b="1">
                <a:solidFill>
                  <a:srgbClr val="030712"/>
                </a:solidFill>
                <a:latin typeface="Arial"/>
              </a:defRPr>
            </a:pPr>
            <a:r>
              <a:t>Starting Age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Grace's age when taught by grandmother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48</a:t>
            </a:r>
          </a:p>
          <a:p>
            <a:pPr>
              <a:spcAft>
                <a:spcPts val="800"/>
              </a:spcAft>
              <a:defRPr sz="1400" b="1">
                <a:solidFill>
                  <a:srgbClr val="030712"/>
                </a:solidFill>
                <a:latin typeface="Arial"/>
              </a:defRPr>
            </a:pPr>
            <a:r>
              <a:t>Cabin Blocks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Pieces required per standard block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75 Hrs</a:t>
            </a:r>
          </a:p>
          <a:p>
            <a:pPr>
              <a:spcAft>
                <a:spcPts val="800"/>
              </a:spcAft>
              <a:defRPr sz="1400" b="1">
                <a:solidFill>
                  <a:srgbClr val="030712"/>
                </a:solidFill>
                <a:latin typeface="Arial"/>
              </a:defRPr>
            </a:pPr>
            <a:r>
              <a:t>Wedding Ring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Hours of hand-stitching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Strategic Impact Analysis:</a:t>
            </a:r>
          </a:p>
          <a:p>
            <a:pPr>
              <a:defRPr sz="1200">
                <a:solidFill>
                  <a:srgbClr val="030712"/>
                </a:solidFill>
                <a:latin typeface="Arial"/>
              </a:defRPr>
            </a:pPr>
            <a:r>
              <a:t>Sticking to traditional block structures preserves Appalachian history while supporting a niche business.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Core Operational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1: Fabric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30712"/>
                </a:solidFill>
                <a:latin typeface="Arial"/>
              </a:defRPr>
            </a:pPr>
            <a:r>
              <a:t>Source sustainable organic cotton and linens.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Earthy, hand-dyed tones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4680" y="2057400"/>
            <a:ext cx="228600" cy="27432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377440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2: Template Splicing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30712"/>
                </a:solidFill>
                <a:latin typeface="Arial"/>
              </a:defRPr>
            </a:pPr>
            <a:r>
              <a:t>Stitch fabric segments together along curved templates.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Requires precise iron pressing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2160" y="2057400"/>
            <a:ext cx="228600" cy="27432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377440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3: Listing &amp; 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30712"/>
                </a:solidFill>
                <a:latin typeface="Arial"/>
              </a:defRPr>
            </a:pPr>
            <a:r>
              <a:t>List finished quilts on the digital storefront portal.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Log production hours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Operations Performance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Performance Data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Pattern Catalog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Difficulty Class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Blocks Count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Production Time (hrs)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Log Cabin Classic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30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Double Wedding 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75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Flying Geese Special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45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Project Milestones &amp;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7680960" cy="3657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November 2025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Launch winter pattern collection</a:t>
            </a:r>
          </a:p>
        </p:txBody>
      </p:sp>
      <p:sp>
        <p:nvSpPr>
          <p:cNvPr id="8" name="Oval 7"/>
          <p:cNvSpPr/>
          <p:nvPr/>
        </p:nvSpPr>
        <p:spPr>
          <a:xfrm>
            <a:off x="30815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February 2026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Restock sewing threads and needles</a:t>
            </a:r>
          </a:p>
        </p:txBody>
      </p:sp>
      <p:sp>
        <p:nvSpPr>
          <p:cNvPr id="10" name="Oval 9"/>
          <p:cNvSpPr/>
          <p:nvPr/>
        </p:nvSpPr>
        <p:spPr>
          <a:xfrm>
            <a:off x="51389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October 2026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Exhibit at Fall Heritage show</a:t>
            </a:r>
          </a:p>
        </p:txBody>
      </p:sp>
      <p:sp>
        <p:nvSpPr>
          <p:cNvPr id="12" name="Oval 11"/>
          <p:cNvSpPr/>
          <p:nvPr/>
        </p:nvSpPr>
        <p:spPr>
          <a:xfrm>
            <a:off x="71963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December 2026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Holiday order shipments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