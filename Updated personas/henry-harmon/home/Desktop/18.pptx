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Equipment</c:v>
                </c:pt>
                <c:pt idx="1">
                  <c:v>Travel</c:v>
                </c:pt>
                <c:pt idx="2">
                  <c:v>Facilities</c:v>
                </c:pt>
                <c:pt idx="3">
                  <c:v>Banquet</c:v>
                </c:pt>
                <c:pt idx="4">
                  <c:v>Scholarships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9500</c:v>
                </c:pt>
                <c:pt idx="1">
                  <c:v>6200</c:v>
                </c:pt>
                <c:pt idx="2">
                  <c:v>7800</c:v>
                </c:pt>
                <c:pt idx="3">
                  <c:v>3400</c:v>
                </c:pt>
                <c:pt idx="4">
                  <c:v>4100</c:v>
                </c:pt>
              </c:numCache>
            </c:numRef>
          </c:val>
        </c:ser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6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RIDGEMONT RAMS BOOSTER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E0E0"/>
                </a:solidFill>
                <a:latin typeface="Calibri"/>
              </a:rPr>
              <a:t>2026 to 2027 Fundraising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Presented to the Booster Board  |  First Monday Meeting  |  November 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A6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Where the Money Goes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286000" y="1280160"/>
          <a:ext cx="7589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A6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Goal and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2B46"/>
                </a:solidFill>
                <a:latin typeface="Calibri"/>
              </a:rPr>
              <a:t>Season Goal: $31,000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A3A3A"/>
                </a:solidFill>
                <a:latin typeface="Calibri"/>
              </a:rPr>
              <a:t>Raised to Date: $21,700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10058400" cy="64008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7040879" cy="640080"/>
          </a:xfrm>
          <a:prstGeom prst="rect">
            <a:avLst/>
          </a:prstGeom>
          <a:solidFill>
            <a:srgbClr val="C8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A3A3A"/>
                </a:solidFill>
                <a:latin typeface="Calibri"/>
              </a:rPr>
              <a:t>70 percent of goal reached with the golf outing and concessions still ahead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