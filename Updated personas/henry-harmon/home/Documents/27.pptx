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651760"/>
            <a:ext cx="12191695" cy="109728"/>
          </a:xfrm>
          <a:prstGeom prst="rect">
            <a:avLst/>
          </a:prstGeom>
          <a:solidFill>
            <a:srgbClr val="C89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2026 RAMS FOOTBALL BANQUET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89B2C"/>
                </a:solidFill>
                <a:latin typeface="Calibri"/>
              </a:rPr>
              <a:t>Celebrating the Season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49039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2F4F7"/>
                </a:solidFill>
                <a:latin typeface="Calibri"/>
              </a:rPr>
              <a:t>December 4, 2026  |  Ridgemont High School Commons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Season Awards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3291840" cy="658368"/>
          </a:xfrm>
          <a:prstGeom prst="rect">
            <a:avLst/>
          </a:prstGeom>
          <a:solidFill>
            <a:srgbClr val="C89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Calibri"/>
              </a:rPr>
              <a:t>Team MVP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463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A3A3A"/>
                </a:solidFill>
                <a:latin typeface="Calibri"/>
              </a:rPr>
              <a:t>Tyler Harmon, WR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304288"/>
            <a:ext cx="3291840" cy="658368"/>
          </a:xfrm>
          <a:prstGeom prst="rect">
            <a:avLst/>
          </a:prstGeom>
          <a:solidFill>
            <a:srgbClr val="C89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395728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Calibri"/>
              </a:rPr>
              <a:t>Iron Ram Award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2395728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A3A3A"/>
                </a:solidFill>
                <a:latin typeface="Calibri"/>
              </a:rPr>
              <a:t>Marcus Ford, OL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236976"/>
            <a:ext cx="3291840" cy="658368"/>
          </a:xfrm>
          <a:prstGeom prst="rect">
            <a:avLst/>
          </a:prstGeom>
          <a:solidFill>
            <a:srgbClr val="C89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328416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Calibri"/>
              </a:rPr>
              <a:t>Coaches Award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3328416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A3A3A"/>
                </a:solidFill>
                <a:latin typeface="Calibri"/>
              </a:rPr>
              <a:t>Devin Pryor, LB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169664"/>
            <a:ext cx="3291840" cy="658368"/>
          </a:xfrm>
          <a:prstGeom prst="rect">
            <a:avLst/>
          </a:prstGeom>
          <a:solidFill>
            <a:srgbClr val="C89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261104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Calibri"/>
              </a:rPr>
              <a:t>Most Improved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4261104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A3A3A"/>
                </a:solidFill>
                <a:latin typeface="Calibri"/>
              </a:rPr>
              <a:t>Aaron Settle, DB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102352"/>
            <a:ext cx="3291840" cy="658368"/>
          </a:xfrm>
          <a:prstGeom prst="rect">
            <a:avLst/>
          </a:prstGeom>
          <a:solidFill>
            <a:srgbClr val="C89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193792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Calibri"/>
              </a:rPr>
              <a:t>Scholar Athlete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5193792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A3A3A"/>
                </a:solidFill>
                <a:latin typeface="Calibri"/>
              </a:rPr>
              <a:t>Cole Barnett, QB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C89B2C"/>
                </a:solidFill>
                <a:latin typeface="Calibri"/>
              </a:rPr>
              <a:t>By the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Calibri"/>
              </a:rPr>
              <a:t>Record: 9 wins and 3 losses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06039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Calibri"/>
              </a:rPr>
              <a:t>Conference finish: second 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Calibri"/>
              </a:rPr>
              <a:t>Playoff appearance: Region 7, Round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43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Calibri"/>
              </a:rPr>
              <a:t>Seniors moving on: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212079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Calibri"/>
              </a:rPr>
              <a:t>Program GPA: 3.24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