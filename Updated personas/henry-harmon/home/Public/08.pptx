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Rush YPG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Marion</c:v>
                </c:pt>
                <c:pt idx="1">
                  <c:v>Newark</c:v>
                </c:pt>
                <c:pt idx="2">
                  <c:v>Lancaster</c:v>
                </c:pt>
                <c:pt idx="3">
                  <c:v>Grove City</c:v>
                </c:pt>
                <c:pt idx="4">
                  <c:v>Zanesville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182</c:v>
                </c:pt>
                <c:pt idx="1">
                  <c:v>164</c:v>
                </c:pt>
                <c:pt idx="2">
                  <c:v>201</c:v>
                </c:pt>
                <c:pt idx="3">
                  <c:v>150</c:v>
                </c:pt>
                <c:pt idx="4">
                  <c:v>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 YPG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Marion</c:v>
                </c:pt>
                <c:pt idx="1">
                  <c:v>Newark</c:v>
                </c:pt>
                <c:pt idx="2">
                  <c:v>Lancaster</c:v>
                </c:pt>
                <c:pt idx="3">
                  <c:v>Grove City</c:v>
                </c:pt>
                <c:pt idx="4">
                  <c:v>Zanesville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118</c:v>
                </c:pt>
                <c:pt idx="1">
                  <c:v>142</c:v>
                </c:pt>
                <c:pt idx="2">
                  <c:v>96</c:v>
                </c:pt>
                <c:pt idx="3">
                  <c:v>160</c:v>
                </c:pt>
                <c:pt idx="4">
                  <c:v>133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RIDGEMONT RAMS FOOTBALL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9B2C"/>
                </a:solidFill>
                <a:latin typeface="Calibri"/>
              </a:rPr>
              <a:t>Opponent Scouting: Zanesville Blue Devils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4F7"/>
                </a:solidFill>
                <a:latin typeface="Calibri"/>
              </a:rPr>
              <a:t>Prepared by Head Coach Henry Harmon  |  Week 9  |  October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Blue Devils: What They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64592" cy="640080"/>
          </a:xfrm>
          <a:prstGeom prst="rect">
            <a:avLst/>
          </a:prstGeom>
          <a:solidFill>
            <a:srgbClr val="A6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A3A"/>
                </a:solidFill>
                <a:latin typeface="Calibri"/>
              </a:rPr>
              <a:t>Base offense: 11 personnel, tempo after first downs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04288"/>
            <a:ext cx="164592" cy="640080"/>
          </a:xfrm>
          <a:prstGeom prst="rect">
            <a:avLst/>
          </a:prstGeom>
          <a:solidFill>
            <a:srgbClr val="A6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0428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A3A"/>
                </a:solidFill>
                <a:latin typeface="Calibri"/>
              </a:rPr>
              <a:t>Run game leans strong side, counter to the boundary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36976"/>
            <a:ext cx="164592" cy="640080"/>
          </a:xfrm>
          <a:prstGeom prst="rect">
            <a:avLst/>
          </a:prstGeom>
          <a:solidFill>
            <a:srgbClr val="A6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36976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A3A"/>
                </a:solidFill>
                <a:latin typeface="Calibri"/>
              </a:rPr>
              <a:t>Defense: 4-3 over, corners press on early downs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9664"/>
            <a:ext cx="164592" cy="640080"/>
          </a:xfrm>
          <a:prstGeom prst="rect">
            <a:avLst/>
          </a:prstGeom>
          <a:solidFill>
            <a:srgbClr val="A6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9664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A3A"/>
                </a:solidFill>
                <a:latin typeface="Calibri"/>
              </a:rPr>
              <a:t>Third and long: they bring the nickel blitz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02352"/>
            <a:ext cx="164592" cy="640080"/>
          </a:xfrm>
          <a:prstGeom prst="rect">
            <a:avLst/>
          </a:prstGeom>
          <a:solidFill>
            <a:srgbClr val="A6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0235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A3A"/>
                </a:solidFill>
                <a:latin typeface="Calibri"/>
              </a:rPr>
              <a:t>Special teams: aggressive on kick returns, watch contain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Yards Per Game, Last Five Opponents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9B2C"/>
                </a:solidFill>
                <a:latin typeface="Calibri"/>
              </a:rPr>
              <a:t>Our Plan Friday 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1.  Establish inside zone early, make them fit the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2.  Play action off run action, hit the tight end down the seam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3.  On defense, set the edge and force everything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4.  Win third down, win field position, win the game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