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Wildcats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7</c:v>
                </c:pt>
                <c:pt idx="3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Opponents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7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109728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WESTFIELD WILDCATS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A51A"/>
                </a:solidFill>
                <a:latin typeface="Calibri"/>
              </a:rPr>
              <a:t>Game Plan: Northwood Prep, Senior Night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4F8"/>
                </a:solidFill>
                <a:latin typeface="Calibri"/>
              </a:rPr>
              <a:t>Head Coach Henry McMillan  |  October 16, 2026  |  Home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Keys to the Game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64592" cy="73152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A3A"/>
                </a:solidFill>
                <a:latin typeface="Calibri"/>
              </a:rPr>
              <a:t>Run the ball, control the clock, protect our seniors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14600"/>
            <a:ext cx="164592" cy="73152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A3A"/>
                </a:solidFill>
                <a:latin typeface="Calibri"/>
              </a:rPr>
              <a:t>Stop their tempo, get lined up fast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164592" cy="73152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661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A3A"/>
                </a:solidFill>
                <a:latin typeface="Calibri"/>
              </a:rPr>
              <a:t>Third down defense: mix pressure and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617720"/>
            <a:ext cx="164592" cy="731520"/>
          </a:xfrm>
          <a:prstGeom prst="rect">
            <a:avLst/>
          </a:prstGeom>
          <a:solidFill>
            <a:srgbClr val="E3A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61772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A3A3A"/>
                </a:solidFill>
                <a:latin typeface="Calibri"/>
              </a:rPr>
              <a:t>Special teams and field position win close 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Scoring by Quarter, Last Five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97280" y="1280160"/>
          <a:ext cx="100584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