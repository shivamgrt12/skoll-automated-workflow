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A2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91440"/>
          </a:xfrm>
          <a:prstGeom prst="rect">
            <a:avLst/>
          </a:prstGeom>
          <a:solidFill>
            <a:srgbClr val="E3A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THE BILL OF RIGHTS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3A51A"/>
                </a:solidFill>
                <a:latin typeface="Calibri"/>
              </a:rPr>
              <a:t>American Government, Unit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1F4F8"/>
                </a:solidFill>
                <a:latin typeface="Calibri"/>
              </a:rPr>
              <a:t>Mr. McMillan  |  Westfield High School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A2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First Five Amendments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2377440" cy="685800"/>
          </a:xfrm>
          <a:prstGeom prst="rect">
            <a:avLst/>
          </a:prstGeom>
          <a:solidFill>
            <a:srgbClr val="E3A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A2F1A"/>
                </a:solidFill>
                <a:latin typeface="Calibri"/>
              </a:rPr>
              <a:t>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14630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A3A3A"/>
                </a:solidFill>
                <a:latin typeface="Calibri"/>
              </a:rPr>
              <a:t>Speech, press, religion, assembly, petition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331720"/>
            <a:ext cx="2377440" cy="685800"/>
          </a:xfrm>
          <a:prstGeom prst="rect">
            <a:avLst/>
          </a:prstGeom>
          <a:solidFill>
            <a:srgbClr val="E3A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231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A2F1A"/>
                </a:solidFill>
                <a:latin typeface="Calibri"/>
              </a:rPr>
              <a:t>Second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423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A3A3A"/>
                </a:solidFill>
                <a:latin typeface="Calibri"/>
              </a:rPr>
              <a:t>Right to keep and bear arms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291840"/>
            <a:ext cx="2377440" cy="685800"/>
          </a:xfrm>
          <a:prstGeom prst="rect">
            <a:avLst/>
          </a:prstGeom>
          <a:solidFill>
            <a:srgbClr val="E3A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3832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A2F1A"/>
                </a:solidFill>
                <a:latin typeface="Calibri"/>
              </a:rPr>
              <a:t>Third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33832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A3A3A"/>
                </a:solidFill>
                <a:latin typeface="Calibri"/>
              </a:rPr>
              <a:t>No quartering of soldiers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251960"/>
            <a:ext cx="2377440" cy="685800"/>
          </a:xfrm>
          <a:prstGeom prst="rect">
            <a:avLst/>
          </a:prstGeom>
          <a:solidFill>
            <a:srgbClr val="E3A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3434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A2F1A"/>
                </a:solidFill>
                <a:latin typeface="Calibri"/>
              </a:rPr>
              <a:t>Fourth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43434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A3A3A"/>
                </a:solidFill>
                <a:latin typeface="Calibri"/>
              </a:rPr>
              <a:t>No unreasonable search and seizure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212080"/>
            <a:ext cx="2377440" cy="685800"/>
          </a:xfrm>
          <a:prstGeom prst="rect">
            <a:avLst/>
          </a:prstGeom>
          <a:solidFill>
            <a:srgbClr val="E3A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303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A2F1A"/>
                </a:solidFill>
                <a:latin typeface="Calibri"/>
              </a:rPr>
              <a:t>Fifth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53035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A3A3A"/>
                </a:solidFill>
                <a:latin typeface="Calibri"/>
              </a:rPr>
              <a:t>Due process, no double jeopardy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A2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3A51A"/>
                </a:solidFill>
                <a:latin typeface="Calibri"/>
              </a:rPr>
              <a:t>Why It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Calibri"/>
              </a:rPr>
              <a:t>These rights limit government power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06039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Calibri"/>
              </a:rPr>
              <a:t>Landmark cases test where the lines 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Calibri"/>
              </a:rPr>
              <a:t>Your final project: argue a mock hearing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43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Calibri"/>
              </a:rPr>
              <a:t>Know the text, then know the debate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