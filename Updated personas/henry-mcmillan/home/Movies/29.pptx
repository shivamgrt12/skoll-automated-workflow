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109728"/>
          </a:xfrm>
          <a:prstGeom prst="rect">
            <a:avLst/>
          </a:prstGeom>
          <a:solidFill>
            <a:srgbClr val="E3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2026 WILDCATS BANQUET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A51A"/>
                </a:solidFill>
                <a:latin typeface="Calibri"/>
              </a:rPr>
              <a:t>Honoring the Season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4F8"/>
                </a:solidFill>
                <a:latin typeface="Calibri"/>
              </a:rPr>
              <a:t>December 4, 2026  |  Westfield High School Commons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Season Awards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3291840" cy="658368"/>
          </a:xfrm>
          <a:prstGeom prst="rect">
            <a:avLst/>
          </a:prstGeom>
          <a:solidFill>
            <a:srgbClr val="E3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305C"/>
                </a:solidFill>
                <a:latin typeface="Calibri"/>
              </a:rPr>
              <a:t>Team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463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A3A3A"/>
                </a:solidFill>
                <a:latin typeface="Calibri"/>
              </a:rPr>
              <a:t>Cole Barnett, QB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04288"/>
            <a:ext cx="3291840" cy="658368"/>
          </a:xfrm>
          <a:prstGeom prst="rect">
            <a:avLst/>
          </a:prstGeom>
          <a:solidFill>
            <a:srgbClr val="E3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9572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305C"/>
                </a:solidFill>
                <a:latin typeface="Calibri"/>
              </a:rPr>
              <a:t>Lineman of the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39572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A3A3A"/>
                </a:solidFill>
                <a:latin typeface="Calibri"/>
              </a:rPr>
              <a:t>Bo Fielder, 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36976"/>
            <a:ext cx="3291840" cy="658368"/>
          </a:xfrm>
          <a:prstGeom prst="rect">
            <a:avLst/>
          </a:prstGeom>
          <a:solidFill>
            <a:srgbClr val="E3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28416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305C"/>
                </a:solidFill>
                <a:latin typeface="Calibri"/>
              </a:rPr>
              <a:t>Defensive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32841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A3A3A"/>
                </a:solidFill>
                <a:latin typeface="Calibri"/>
              </a:rPr>
              <a:t>Nate Sanders, LB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69664"/>
            <a:ext cx="3291840" cy="658368"/>
          </a:xfrm>
          <a:prstGeom prst="rect">
            <a:avLst/>
          </a:prstGeom>
          <a:solidFill>
            <a:srgbClr val="E3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305C"/>
                </a:solidFill>
                <a:latin typeface="Calibri"/>
              </a:rPr>
              <a:t>Most Improved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261104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A3A3A"/>
                </a:solidFill>
                <a:latin typeface="Calibri"/>
              </a:rPr>
              <a:t>Owen Marsh, 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102352"/>
            <a:ext cx="3291840" cy="658368"/>
          </a:xfrm>
          <a:prstGeom prst="rect">
            <a:avLst/>
          </a:prstGeom>
          <a:solidFill>
            <a:srgbClr val="E3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9379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305C"/>
                </a:solidFill>
                <a:latin typeface="Calibri"/>
              </a:rPr>
              <a:t>Coaches Award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519379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A3A3A"/>
                </a:solidFill>
                <a:latin typeface="Calibri"/>
              </a:rPr>
              <a:t>Marcus Ellison, RB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3A51A"/>
                </a:solidFill>
                <a:latin typeface="Calibri"/>
              </a:rPr>
              <a:t>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Record: 8 wins and 4 losses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Conference finish: third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Playoff appearance: Region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Seniors honored: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7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Program GPA: 3.31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