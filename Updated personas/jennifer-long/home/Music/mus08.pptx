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82296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8916B"/>
                </a:solidFill>
                <a:latin typeface="Calibri"/>
              </a:rPr>
              <a:t>PARENT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Sensory Play at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F4DACB"/>
                </a:solidFill>
                <a:latin typeface="Calibri"/>
              </a:rPr>
              <a:t>Simple, playful ways to support your child between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Long Pediatric Therapy  |  Jennifer Long, OTR/L  |  Tacoma, 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5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to expect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A plain language look at what sensory play is and why it helps.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How to read your child's cues, both seeking and avoiding.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Five activities you can set up tonight with what you already have.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How to make any activity easier or harder for your child.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When to reach out for extra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A96"/>
                </a:solidFill>
                <a:latin typeface="Calibri"/>
              </a:rPr>
              <a:t>Long Pediatric Therapy  |  3812 N 26th St, Suite 201, Tacoma, WA 98407  |  (253) 555-0133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554480" cy="1554480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60320"/>
            <a:ext cx="85039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F5F5B"/>
                </a:solidFill>
                <a:latin typeface="Calibri"/>
              </a:rPr>
              <a:t>What sensory play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3977639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Play that gives the body and hands the input they need to feel calm, organized, and ready to learn.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5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Children take in the world through movement, touch, and the other senses.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When that input feels manageable, focus, mood, and coordination follow.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Play is how children practice, so therapy that feels like play sticks.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Small, repeated wins build tolerance far better than one big push.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A96"/>
                </a:solidFill>
                <a:latin typeface="Calibri"/>
              </a:rPr>
              <a:t>Long Pediatric Therapy  |  3812 N 26th St, Suite 201, Tacoma, WA 98407  |  (253) 555-0133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5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senses we work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5F5B"/>
                </a:solidFill>
                <a:latin typeface="Calibri"/>
              </a:rPr>
              <a:t>The familiar five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148840"/>
            <a:ext cx="1188720" cy="45720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6634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A3B38"/>
                </a:solidFill>
                <a:latin typeface="Calibri"/>
              </a:rPr>
              <a:t>•  Sight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A3B38"/>
                </a:solidFill>
                <a:latin typeface="Calibri"/>
              </a:rPr>
              <a:t>•  Sound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A3B38"/>
                </a:solidFill>
                <a:latin typeface="Calibri"/>
              </a:rPr>
              <a:t>•  Touch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A3B38"/>
                </a:solidFill>
                <a:latin typeface="Calibri"/>
              </a:rPr>
              <a:t>•  Taste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A3B38"/>
                </a:solidFill>
                <a:latin typeface="Calibri"/>
              </a:rPr>
              <a:t>•  Smell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002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5F5B"/>
                </a:solidFill>
                <a:latin typeface="Calibri"/>
              </a:rPr>
              <a:t>The three we forget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7688" y="2148840"/>
            <a:ext cx="1188720" cy="45720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331720"/>
            <a:ext cx="46634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A3B38"/>
                </a:solidFill>
                <a:latin typeface="Calibri"/>
              </a:rPr>
              <a:t>•  Body position, how the muscles and joints report where the body is.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A3B38"/>
                </a:solidFill>
                <a:latin typeface="Calibri"/>
              </a:rPr>
              <a:t>•  Movement and balance, the inner ear sense of motion.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A3B38"/>
                </a:solidFill>
                <a:latin typeface="Calibri"/>
              </a:rPr>
              <a:t>•  The internal sense, hunger, thirst, and the need for a break.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A96"/>
                </a:solidFill>
                <a:latin typeface="Calibri"/>
              </a:rPr>
              <a:t>Long Pediatric Therapy  |  3812 N 26th St, Suite 201, Tacoma, WA 98407  |  (253) 555-0133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5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Signs your child may be seeking or avoiding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Seeking: crashing, spinning, touching everything, always on the move.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Avoiding: covering ears, refusing messy textures, picky with food.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Either pattern is information, not misbehavior.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The goal is to widen what feels safe, one small step at a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A96"/>
                </a:solidFill>
                <a:latin typeface="Calibri"/>
              </a:rPr>
              <a:t>Long Pediatric Therapy  |  3812 N 26th St, Suite 201, Tacoma, WA 98407  |  (253) 555-0133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5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Five activities to try this week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02336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 marL="109728" marT="36576" marB="36576">
                    <a:solidFill>
                      <a:srgbClr val="1F5F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Skill it builds</a:t>
                      </a:r>
                    </a:p>
                  </a:txBody>
                  <a:tcPr marL="109728" marT="36576" marB="36576">
                    <a:solidFill>
                      <a:srgbClr val="1F5F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Ages</a:t>
                      </a:r>
                    </a:p>
                  </a:txBody>
                  <a:tcPr marL="109728" marT="36576" marB="36576">
                    <a:solidFill>
                      <a:srgbClr val="1F5F5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A3B38"/>
                          </a:solidFill>
                          <a:latin typeface="Calibri"/>
                        </a:rPr>
                        <a:t>Rice or bean bin with scoops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A3B38"/>
                          </a:solidFill>
                          <a:latin typeface="Calibri"/>
                        </a:rPr>
                        <a:t>Tactile tolerance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A3B38"/>
                          </a:solidFill>
                          <a:latin typeface="Calibri"/>
                        </a:rPr>
                        <a:t>2 to 5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A3B38"/>
                          </a:solidFill>
                          <a:latin typeface="Calibri"/>
                        </a:rPr>
                        <a:t>Therapy putty coin dig</a:t>
                      </a:r>
                    </a:p>
                  </a:txBody>
                  <a:tcPr marL="109728" marT="27432" marB="27432">
                    <a:solidFill>
                      <a:srgbClr val="F1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A3B38"/>
                          </a:solidFill>
                          <a:latin typeface="Calibri"/>
                        </a:rPr>
                        <a:t>Hand strength</a:t>
                      </a:r>
                    </a:p>
                  </a:txBody>
                  <a:tcPr marL="109728" marT="27432" marB="27432">
                    <a:solidFill>
                      <a:srgbClr val="F1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A3B38"/>
                          </a:solidFill>
                          <a:latin typeface="Calibri"/>
                        </a:rPr>
                        <a:t>4 to 7</a:t>
                      </a:r>
                    </a:p>
                  </a:txBody>
                  <a:tcPr marL="109728" marT="27432" marB="27432"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A3B38"/>
                          </a:solidFill>
                          <a:latin typeface="Calibri"/>
                        </a:rPr>
                        <a:t>Vertical coloring at an easel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A3B38"/>
                          </a:solidFill>
                          <a:latin typeface="Calibri"/>
                        </a:rPr>
                        <a:t>Shoulder and wrist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A3B38"/>
                          </a:solidFill>
                          <a:latin typeface="Calibri"/>
                        </a:rPr>
                        <a:t>4 to 8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A3B38"/>
                          </a:solidFill>
                          <a:latin typeface="Calibri"/>
                        </a:rPr>
                        <a:t>Heavy work before homework</a:t>
                      </a:r>
                    </a:p>
                  </a:txBody>
                  <a:tcPr marL="109728" marT="27432" marB="27432">
                    <a:solidFill>
                      <a:srgbClr val="F1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A3B38"/>
                          </a:solidFill>
                          <a:latin typeface="Calibri"/>
                        </a:rPr>
                        <a:t>Calming and focus</a:t>
                      </a:r>
                    </a:p>
                  </a:txBody>
                  <a:tcPr marL="109728" marT="27432" marB="27432">
                    <a:solidFill>
                      <a:srgbClr val="F1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A3B38"/>
                          </a:solidFill>
                          <a:latin typeface="Calibri"/>
                        </a:rPr>
                        <a:t>5 to 12</a:t>
                      </a:r>
                    </a:p>
                  </a:txBody>
                  <a:tcPr marL="109728" marT="27432" marB="27432"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A3B38"/>
                          </a:solidFill>
                          <a:latin typeface="Calibri"/>
                        </a:rPr>
                        <a:t>Calm down jar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A3B38"/>
                          </a:solidFill>
                          <a:latin typeface="Calibri"/>
                        </a:rPr>
                        <a:t>Self regulation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A3B38"/>
                          </a:solidFill>
                          <a:latin typeface="Calibri"/>
                        </a:rPr>
                        <a:t>3 to 10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A96"/>
                </a:solidFill>
                <a:latin typeface="Calibri"/>
              </a:rPr>
              <a:t>Long Pediatric Therapy  |  3812 N 26th St, Suite 201, Tacoma, WA 98407  |  (253) 555-0133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5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Grade the activity to fit your child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5F5B"/>
                </a:solidFill>
                <a:latin typeface="Calibri"/>
              </a:rPr>
              <a:t>Make it easier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148840"/>
            <a:ext cx="1188720" cy="45720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6634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A3B38"/>
                </a:solidFill>
                <a:latin typeface="Calibri"/>
              </a:rPr>
              <a:t>•  Use a bigger tool so hands stay farther from the texture.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A3B38"/>
                </a:solidFill>
                <a:latin typeface="Calibri"/>
              </a:rPr>
              <a:t>•  Choose one dry, uniform material to start.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A3B38"/>
                </a:solidFill>
                <a:latin typeface="Calibri"/>
              </a:rPr>
              <a:t>•  Keep it short and end before your child is done.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002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5F5B"/>
                </a:solidFill>
                <a:latin typeface="Calibri"/>
              </a:rPr>
              <a:t>Make it harder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7688" y="2148840"/>
            <a:ext cx="1188720" cy="45720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331720"/>
            <a:ext cx="46634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A3B38"/>
                </a:solidFill>
                <a:latin typeface="Calibri"/>
              </a:rPr>
              <a:t>•  Move to mixed textures, then to damp materials.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A3B38"/>
                </a:solidFill>
                <a:latin typeface="Calibri"/>
              </a:rPr>
              <a:t>•  Invite direct finger contact when ready.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A3B38"/>
                </a:solidFill>
                <a:latin typeface="Calibri"/>
              </a:rPr>
              <a:t>•  Add a small goal, like finding five hidden coins.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A96"/>
                </a:solidFill>
                <a:latin typeface="Calibri"/>
              </a:rPr>
              <a:t>Long Pediatric Therapy  |  3812 N 26th St, Suite 201, Tacoma, WA 98407  |  (253) 555-0133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5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few things to remember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3352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3352800" cy="128016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335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F5F5B"/>
                </a:solidFill>
                <a:latin typeface="Calibri"/>
              </a:rPr>
              <a:t>10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307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A3B38"/>
                </a:solidFill>
                <a:latin typeface="Calibri"/>
              </a:rPr>
              <a:t>Keep sessions short and end on a good 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4360" y="2103120"/>
            <a:ext cx="3352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4360" y="2103120"/>
            <a:ext cx="3352800" cy="128016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4360" y="2560320"/>
            <a:ext cx="335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F5F5B"/>
                </a:solidFill>
                <a:latin typeface="Calibri"/>
              </a:rPr>
              <a:t>2 to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520" y="3703320"/>
            <a:ext cx="307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A3B38"/>
                </a:solidFill>
                <a:latin typeface="Calibri"/>
              </a:rPr>
              <a:t>The ages we support in the practice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2920" y="2103120"/>
            <a:ext cx="3352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2920" y="2103120"/>
            <a:ext cx="3352800" cy="128016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2920" y="2560320"/>
            <a:ext cx="335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F5F5B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0080" y="3703320"/>
            <a:ext cx="307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A3B38"/>
                </a:solidFill>
                <a:latin typeface="Calibri"/>
              </a:rPr>
              <a:t>Special equipment needed to begin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A96"/>
                </a:solidFill>
                <a:latin typeface="Calibri"/>
              </a:rPr>
              <a:t>Long Pediatric Therapy  |  3812 N 26th St, Suite 201, Tacoma, WA 98407  |  (253) 555-0133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5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Setting up at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Pick one calm corner and keep supplies in a single bin.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Offer tools first so your child can explore without direct contact.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Let leaving the activity always be allowed. Leaving is not a failure.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Watch your child, not the clock. Progress is measured in willingness.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A96"/>
                </a:solidFill>
                <a:latin typeface="Calibri"/>
              </a:rPr>
              <a:t>Long Pediatric Therapy  |  3812 N 26th St, Suite 201, Tacoma, WA 98407  |  (253) 555-0133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5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When to reach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An activity causes real distress that does not settle with an easier version.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You are seeing the same struggle across home, school, and mealtimes.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You would simply like a plan tailored to your child.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A3B38"/>
                </a:solidFill>
                <a:latin typeface="Calibri"/>
              </a:rPr>
              <a:t>•  Email or call the office any time. We adjust the home plan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A96"/>
                </a:solidFill>
                <a:latin typeface="Calibri"/>
              </a:rPr>
              <a:t>Long Pediatric Therapy  |  3812 N 26th St, Suite 201, Tacoma, WA 98407  |  (253) 555-0133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82296"/>
          </a:xfrm>
          <a:prstGeom prst="rect">
            <a:avLst/>
          </a:prstGeom>
          <a:solidFill>
            <a:srgbClr val="E89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Thank you for coming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F4DACB"/>
                </a:solidFill>
                <a:latin typeface="Calibri"/>
              </a:rPr>
              <a:t>•  Start small and keep it playful.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F4DACB"/>
                </a:solidFill>
                <a:latin typeface="Calibri"/>
              </a:rPr>
              <a:t>•  One safe step at a time is real progress.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F4DACB"/>
                </a:solidFill>
                <a:latin typeface="Calibri"/>
              </a:rPr>
              <a:t>•  We are glad to partner with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Long Pediatric Therapy  |  3812 N 26th St, Suite 201, Tacoma, WA 98407  |  (253) 555-0133  |  jennifer@longpediatrictherapy.com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Sensory Play at Home</dc:title>
  <dc:subject>Parent workshop</dc:subject>
  <dc:creator>Jennifer Long</dc:creator>
  <cp:keywords/>
  <dc:description/>
  <cp:lastModifiedBy>Jennifer Long</cp:lastModifiedBy>
  <cp:revision>2</cp:revision>
  <dcterms:created xsi:type="dcterms:W3CDTF">2026-01-20T09:00:00Z</dcterms:created>
  <dcterms:modified xsi:type="dcterms:W3CDTF">2026-01-20T09:00:00Z</dcterms:modified>
  <cp:category/>
</cp:coreProperties>
</file>