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oo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68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CUSTOM FURNITURE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4A3526"/>
                </a:solidFill>
                <a:latin typeface="Calibri"/>
              </a:rPr>
              <a:t>A One Person Shop, Built to My Own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B6B6B"/>
                </a:solidFill>
                <a:latin typeface="Calibri"/>
              </a:rPr>
              <a:t>Business plan and savings roadmap, target opening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3840480" cy="4572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3201D"/>
                </a:solidFill>
                <a:latin typeface="Calibri"/>
              </a:rPr>
              <a:t>Prepared by Jordan Thomas McDaniel, Raleigh 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THE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Vision and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A solo custom furniture shop, not a contracting crew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Commissions for tables, cabinets, and built ins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Quality over volume, built to a single standard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Funded by savings, no loans, stay out of debt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Grow from the band network and word of mouth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>
                <a:solidFill>
                  <a:srgbClr val="23201D"/>
                </a:solidFill>
                <a:latin typeface="Calibri"/>
              </a:rPr>
              <a:t>•  Open around 2030 after journeyman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120640" cy="4023360"/>
          </a:xfrm>
          <a:prstGeom prst="rect">
            <a:avLst/>
          </a:prstGeom>
          <a:solidFill>
            <a:srgbClr val="F3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A3526"/>
                </a:solidFill>
                <a:latin typeface="Calibri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01D"/>
                </a:solidFill>
                <a:latin typeface="Calibri"/>
              </a:rPr>
              <a:t>Finish carpentry pays the bills and builds the hands. The shop is the long goal, earned one tool and one saved dollar at a time. The apprenticeship wraps in 2027, then two to three years of experience and saving before the doors open. This deck lays out the numbers so the goal stays honest.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Workshop business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Startup Costs</a:t>
            </a:r>
          </a:p>
        </p:txBody>
      </p:sp>
      <p:pic>
        <p:nvPicPr>
          <p:cNvPr id="7" name="Picture 6" descr="workshop_st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675120" cy="32360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417320"/>
          <a:ext cx="4114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</a:tblGrid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Cabinet saw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Jointer, 8 inch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$1,400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Planer, 13 inch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$650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Bandsaw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$900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Dust collection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Workbench &amp; vises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Hand tools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Clamps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$700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3491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Shop deposit &amp; setup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91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Total startup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3201D"/>
                          </a:solidFill>
                          <a:latin typeface="Calibri"/>
                        </a:rPr>
                        <a:t>$10,250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Workshop business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First Full Year Projection, Target 2030</a:t>
            </a:r>
          </a:p>
        </p:txBody>
      </p:sp>
      <p:pic>
        <p:nvPicPr>
          <p:cNvPr id="7" name="Picture 6" descr="workshop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327595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554480"/>
          <a:ext cx="4297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63040"/>
              </a:tblGrid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Projected commissions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$28,000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Materials cost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$9,000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Shop rent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$9,600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Utilities and insurance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Tools and maintenance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Net before owner pay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3201D"/>
                          </a:solidFill>
                          <a:latin typeface="Calibri"/>
                        </a:rPr>
                        <a:t>$5,500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493776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A thin first year on purpose. The margin grows as the name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Workshop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DCC8"/>
                </a:solidFill>
                <a:latin typeface="Calibri"/>
              </a:rPr>
              <a:t>THE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Timeline and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6B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8A3E"/>
                </a:solidFill>
                <a:latin typeface="Calibri"/>
              </a:rP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Earn journeyman certification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560320" cy="1280160"/>
          </a:xfrm>
          <a:prstGeom prst="rect">
            <a:avLst/>
          </a:prstGeom>
          <a:solidFill>
            <a:srgbClr val="6B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8A3E"/>
                </a:solidFill>
                <a:latin typeface="Calibri"/>
              </a:rPr>
              <a:t>2027 to 2029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Build experience and savings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560320" cy="1280160"/>
          </a:xfrm>
          <a:prstGeom prst="rect">
            <a:avLst/>
          </a:prstGeom>
          <a:solidFill>
            <a:srgbClr val="6B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8A3E"/>
                </a:solidFill>
                <a:latin typeface="Calibri"/>
              </a:rPr>
              <a:t>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Scout shop space, finalize tooling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1554480"/>
            <a:ext cx="2560320" cy="1280160"/>
          </a:xfrm>
          <a:prstGeom prst="rect">
            <a:avLst/>
          </a:prstGeom>
          <a:solidFill>
            <a:srgbClr val="6B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16916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08A3E"/>
                </a:solidFill>
                <a:latin typeface="Calibri"/>
              </a:rPr>
              <a:t>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79" y="214884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Open the shop, first commissions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A3526"/>
                </a:solidFill>
                <a:latin typeface="Calibri"/>
              </a:rPr>
              <a:t>Main risks and how to manage them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3840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73152" marR="54864" marT="27432" marB="27432" anchor="ctr">
                    <a:solidFill>
                      <a:srgbClr val="4A35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Slow start on commissions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Keep day work, build a backlog before opening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Pricing my own time too low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Track hours per piece, set a shop rate early</a:t>
                      </a:r>
                    </a:p>
                  </a:txBody>
                  <a:tcPr marL="73152" marR="54864" marT="27432" marB="27432" anchor="ctr">
                    <a:solidFill>
                      <a:srgbClr val="F2EE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Shop time vs day work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>
                          <a:solidFill>
                            <a:srgbClr val="23201D"/>
                          </a:solidFill>
                          <a:latin typeface="Calibri"/>
                        </a:rPr>
                        <a:t>Phase in slowly, no quitting the day job too soon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Workshop business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