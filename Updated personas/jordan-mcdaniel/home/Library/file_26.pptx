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o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468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286000"/>
            <a:ext cx="12191695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APPRENTICESHIP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5B6B4F"/>
                </a:solidFill>
                <a:latin typeface="Calibri"/>
              </a:rPr>
              <a:t>Year 3 Progress, Carpenter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6B6B6B"/>
                </a:solidFill>
                <a:latin typeface="Calibri"/>
              </a:rPr>
              <a:t>Registration NC-APP-2023-4417, review dated February 20,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212080"/>
            <a:ext cx="3840480" cy="45720"/>
          </a:xfrm>
          <a:prstGeom prst="rect">
            <a:avLst/>
          </a:prstGeom>
          <a:solidFill>
            <a:srgbClr val="5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3201D"/>
                </a:solidFill>
                <a:latin typeface="Calibri"/>
              </a:rPr>
              <a:t>Apprentice Jordan Thomas McDaniel  |  Sponsor Ridgeline Builders LLC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Where Things 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2560320" cy="155448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560320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A3526"/>
                </a:solidFill>
                <a:latin typeface="Calibri"/>
              </a:rPr>
              <a:t>3 of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2560320" cy="155448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463040"/>
            <a:ext cx="2560320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7373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OJT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48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A3526"/>
                </a:solidFill>
                <a:latin typeface="Calibri"/>
              </a:rPr>
              <a:t>5,210 / 8,000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560320" cy="155448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560320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Instruction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48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A3526"/>
                </a:solidFill>
                <a:latin typeface="Calibri"/>
              </a:rPr>
              <a:t>388 / 576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39" y="1463040"/>
            <a:ext cx="2560320" cy="155448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39" y="1463040"/>
            <a:ext cx="2560320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39" y="17373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2148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A3526"/>
                </a:solidFill>
                <a:latin typeface="Calibri"/>
              </a:rPr>
              <a:t>April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38328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3201D"/>
                </a:solidFill>
                <a:latin typeface="Calibri"/>
              </a:rPr>
              <a:t>Year three has meant more solo finish work, a clean trim and cabinet record on a Wake Forest kitchen, and steady support on a deck build in Apex. The hours are on pace. The next formal review opens Year 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Year 3 apprenticeship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Training Hours to Date</a:t>
            </a:r>
          </a:p>
        </p:txBody>
      </p:sp>
      <p:pic>
        <p:nvPicPr>
          <p:cNvPr id="7" name="Picture 6" descr="hours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583680" cy="314546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1554480"/>
          <a:ext cx="4206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0058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On the job training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5,210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Related instruction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388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576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Remaining OJT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2,790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Remaining RTI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188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Year 3 apprenticeship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Competency Ratings</a:t>
            </a:r>
          </a:p>
        </p:txBody>
      </p:sp>
      <p:pic>
        <p:nvPicPr>
          <p:cNvPr id="7" name="Picture 6" descr="compe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583680" cy="3519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64592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3201D"/>
                </a:solidFill>
                <a:latin typeface="Calibri"/>
              </a:rPr>
              <a:t>•  Trim and finish: strongest area, rated 5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3201D"/>
                </a:solidFill>
                <a:latin typeface="Calibri"/>
              </a:rPr>
              <a:t>•  Tool safety and jobsite conduct: rated 5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3201D"/>
                </a:solidFill>
                <a:latin typeface="Calibri"/>
              </a:rPr>
              <a:t>•  Framing, cabinet install, layout: solid 4s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3201D"/>
                </a:solidFill>
                <a:latin typeface="Calibri"/>
              </a:rPr>
              <a:t>•  Build speed and self quoting come with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Year 3 apprenticeship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Path to Journeyman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00400"/>
                <a:gridCol w="320040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Reach 8,000 OJT hours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By April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On pace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Complete 576 instruction hours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By April 2027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On pace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Final competency review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Start of Year 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Scheduled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Journeyman certification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Pending hours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6B6B6B"/>
                </a:solidFill>
                <a:latin typeface="Calibri"/>
              </a:rPr>
              <a:t>Supervisor note: works clean, asks the right questions, trusted with solo finish work. No attendance or conduct concerns on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Year 3 apprenticeship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