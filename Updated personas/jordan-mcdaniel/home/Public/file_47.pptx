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o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468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TIMBER CREEK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7474F"/>
                </a:solidFill>
                <a:latin typeface="Calibri"/>
              </a:rPr>
              <a:t>Americana, Folk Rock, and a Little Twang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Calibri"/>
              </a:rPr>
              <a:t>Booking one sheet for taprooms and festivals around Raleigh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3840480" cy="4572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3201D"/>
                </a:solidFill>
                <a:latin typeface="Calibri"/>
              </a:rPr>
              <a:t>Contact: Travis Lockhart, (919) 555-0633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THE 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Four Piece, Raleigh Based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Travis Lockhart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Guitar and vocals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Jordan McDaniel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Bass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Brody Sands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Drums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Wes Coleman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Lead guitar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92240" y="1463040"/>
            <a:ext cx="5029200" cy="402336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7474F"/>
                </a:solidFill>
                <a:latin typeface="Calibri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Two sets of covers and a few originals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Crowd friendly mix, Americana to classic rock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Self contained, own instruments and backline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Volume kept neighborly until 9 when asked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23201D"/>
                </a:solidFill>
                <a:latin typeface="Calibri"/>
              </a:rPr>
              <a:t>•  Reliable load in, clean break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Timber Creek booking one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Timber Creek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TRACK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Recent Shows</a:t>
            </a:r>
          </a:p>
        </p:txBody>
      </p:sp>
      <p:pic>
        <p:nvPicPr>
          <p:cNvPr id="7" name="Picture 6" descr="gig_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675120" cy="31689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463040"/>
          <a:ext cx="4206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Sep 2025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Trophy Brewing Company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Oct 2025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Lonerider Brewing Station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Oct 2025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Neuse River Brewing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Nov 2025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The Pour House Music Hall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Dec 2025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Trophy Brewing on Maywood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Raleigh Beer Garden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Feb 2026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Lynnwood Brewing Concern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Timber Creek booking one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Timber Creek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SET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Taste of the Night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 one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 two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Encore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Take It Easy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Cover Me 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The Weight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24 Frames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Thirteen Silver Dollars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Live and Die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Something More Than Free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Simple Man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Use Me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Ramble On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Cant You See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Stay a Little Longer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Head Full of Doubt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Wagon Wheel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7474F"/>
                </a:solidFill>
                <a:latin typeface="Calibri"/>
              </a:rPr>
              <a:t>Next date: Trophy Brewing Company, October 17, 2026, 8 PM. Booking and rates: Travis Lockhart, (919) 555-0633.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Timber Creek booking one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Timber Creek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