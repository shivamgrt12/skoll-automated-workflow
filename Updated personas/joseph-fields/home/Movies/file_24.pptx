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3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vac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9494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FIELD DIAGNOSTICS REVIEW</a:t>
            </a:r>
          </a:p>
          <a:p>
            <a:pPr algn="l">
              <a:spcAft>
                <a:spcPts val="1800"/>
              </a:spcAft>
            </a:pPr>
            <a:r>
              <a:rPr sz="1600" b="0">
                <a:solidFill>
                  <a:srgbClr val="9FC9C0"/>
                </a:solidFill>
                <a:latin typeface="Calibri"/>
              </a:rPr>
              <a:t>Commercial and residential service week summary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Prepared by Joseph William Fields</a:t>
            </a:r>
          </a:p>
          <a:p>
            <a:pPr algn="l">
              <a:spcAft>
                <a:spcPts val="1400"/>
              </a:spcAft>
            </a:pPr>
            <a:r>
              <a:rPr sz="1150" b="0">
                <a:solidFill>
                  <a:srgbClr val="CDD9DD"/>
                </a:solidFill>
                <a:latin typeface="Calibri"/>
              </a:rPr>
              <a:t>Senior HVAC Technician, Central Ohio Climate Solutions LLC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CAA53D"/>
                </a:solidFill>
                <a:latin typeface="Calibri"/>
              </a:rPr>
              <a:t>Period: February 16 to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Field Diagnostics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Service Week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606040" cy="114300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606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D4A5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84831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Calls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5848" y="1325880"/>
            <a:ext cx="2606040" cy="114300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417320"/>
            <a:ext cx="2606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D4A55"/>
                </a:solidFill>
                <a:latin typeface="Calibri"/>
              </a:rPr>
              <a:t>9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084831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First time fix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5" y="1325880"/>
            <a:ext cx="2606040" cy="114300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5" y="1417320"/>
            <a:ext cx="2606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D4A55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5" y="2084831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System 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70263" y="1325880"/>
            <a:ext cx="2606040" cy="114300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0263" y="1417320"/>
            <a:ext cx="2606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D4A55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0263" y="2084831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Callbacks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A33"/>
                </a:solidFill>
                <a:latin typeface="Calibri"/>
              </a:rPr>
              <a:t>Pressure readings by unit</a:t>
            </a:r>
          </a:p>
        </p:txBody>
      </p:sp>
      <p:pic>
        <p:nvPicPr>
          <p:cNvPr id="17" name="Picture 16" descr="hvac_re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63240"/>
            <a:ext cx="8412480" cy="3200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26880" y="3200400"/>
            <a:ext cx="2560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D4A55"/>
                </a:solidFill>
                <a:latin typeface="Calibri"/>
              </a:rPr>
              <a:t>Notes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A33"/>
                </a:solidFill>
                <a:latin typeface="Calibri"/>
              </a:rPr>
              <a:t>R410A unless noted.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Readings logged on site for warranty and callback reference.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Routing planned to keep Wednesday custody pickups on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Field Diagnostics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Diagnostic Readings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37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286"/>
                <a:gridCol w="1254707"/>
                <a:gridCol w="1140643"/>
                <a:gridCol w="1140643"/>
                <a:gridCol w="1140643"/>
                <a:gridCol w="410631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T="25400" marB="25400" marL="76200">
                    <a:solidFill>
                      <a:srgbClr val="1D4A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Suction PSI</a:t>
                      </a:r>
                    </a:p>
                  </a:txBody>
                  <a:tcPr marT="25400" marB="25400" marL="76200">
                    <a:solidFill>
                      <a:srgbClr val="1D4A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Head PSI</a:t>
                      </a:r>
                    </a:p>
                  </a:txBody>
                  <a:tcPr marT="25400" marB="25400" marL="76200">
                    <a:solidFill>
                      <a:srgbClr val="1D4A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Superheat</a:t>
                      </a:r>
                    </a:p>
                  </a:txBody>
                  <a:tcPr marT="25400" marB="25400" marL="76200">
                    <a:solidFill>
                      <a:srgbClr val="1D4A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Subcool</a:t>
                      </a:r>
                    </a:p>
                  </a:txBody>
                  <a:tcPr marT="25400" marB="25400" marL="76200">
                    <a:solidFill>
                      <a:srgbClr val="1D4A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Diagnosis</a:t>
                      </a:r>
                    </a:p>
                  </a:txBody>
                  <a:tcPr marT="25400" marB="25400" marL="76200">
                    <a:solidFill>
                      <a:srgbClr val="1D4A5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7.5 ton rooftop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365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Weak capacitor, restored after replace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2.5 ton heat pump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Low charge plus stuck reversing valve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4 ton split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358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Pitted contactor, no start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10 ton rooftop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372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Loose low voltage, intermittent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7.5 ton rooftop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Frozen coil, low airflow, duct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 ton heat pump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348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Worn fan bearing, replaced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682"/>
                </a:solidFill>
                <a:latin typeface="Calibri"/>
              </a:rPr>
              <a:t>All readings captured during the February 16 to 20 service week.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Field Diagnostics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Work Orders Completed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3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466"/>
                <a:gridCol w="3073399"/>
                <a:gridCol w="2253826"/>
                <a:gridCol w="3688080"/>
                <a:gridCol w="1024466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</a:t>
                      </a:r>
                    </a:p>
                  </a:txBody>
                  <a:tcPr marT="25400" marB="25400" marL="76200">
                    <a:solidFill>
                      <a:srgbClr val="1D4A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marT="25400" marB="25400" marL="76200">
                    <a:solidFill>
                      <a:srgbClr val="1D4A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T="25400" marB="25400" marL="76200">
                    <a:solidFill>
                      <a:srgbClr val="1D4A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marT="25400" marB="25400" marL="76200">
                    <a:solidFill>
                      <a:srgbClr val="1D4A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Hours</a:t>
                      </a:r>
                    </a:p>
                  </a:txBody>
                  <a:tcPr marT="25400" marB="25400" marL="76200">
                    <a:solidFill>
                      <a:srgbClr val="1D4A5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58841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Riverbend Office Plaza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Dublin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No cooling, second floor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58850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Maple Ridge Apartments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Hilliard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Weak heat, high bills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58851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Grandview Cafe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Grandview Heights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Compressor not starting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58863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Westerville Dental Group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Westerville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Intermittent cooling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58875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Library annex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Upper Arlington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Frozen evaporator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58890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Private residence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Upper Arlington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Loud outdoor unit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Coverage across metro Columbus. Total billable hours 12.0 across ten calls, first time fix on nine.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Field Diagnostics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