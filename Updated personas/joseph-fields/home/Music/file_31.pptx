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A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PERSONAL FINANCIAL PLAN</a:t>
            </a:r>
          </a:p>
          <a:p>
            <a:pPr algn="l">
              <a:spcAft>
                <a:spcPts val="2600"/>
              </a:spcAft>
            </a:pPr>
            <a:r>
              <a:rPr sz="1800" b="0">
                <a:solidFill>
                  <a:srgbClr val="C5CFDD"/>
                </a:solidFill>
                <a:latin typeface="Calibri"/>
              </a:rPr>
              <a:t>Road to a condo down payment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Prepared by Joseph William Fields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9AA7B3"/>
                </a:solidFill>
                <a:latin typeface="Calibri"/>
              </a:rPr>
              <a:t>Reviewed on the first of each month. Private and personal.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AA53D"/>
                </a:solidFill>
                <a:latin typeface="Calibri"/>
              </a:rPr>
              <a:t>Snapshot as of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Personal Financial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Savings Progress</a:t>
            </a:r>
          </a:p>
        </p:txBody>
      </p:sp>
      <p:pic>
        <p:nvPicPr>
          <p:cNvPr id="4" name="Picture 3" descr="sav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949440" cy="33832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0" y="1463040"/>
          <a:ext cx="384047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807"/>
                <a:gridCol w="17456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Sep 2025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$6,404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Oct 2025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$6,712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Nov 2025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$7,021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Dec 2025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$7,579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$7,889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Feb 2026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$8,199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682"/>
                </a:solidFill>
                <a:latin typeface="Calibri"/>
              </a:rPr>
              <a:t>A larger deposit in December reflected a holiday bonus. Interest accrues at 1.50 percent APY on the savings account ending 8820, with a $300 automatic transfer on the 14th of each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Personal Financial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Goal and Monthly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606040" cy="109728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23A"/>
                </a:solidFill>
                <a:latin typeface="Calibri"/>
              </a:rPr>
              <a:t>$8,199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Current savings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5848" y="1280160"/>
            <a:ext cx="2606040" cy="109728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3716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23A"/>
                </a:solidFill>
                <a:latin typeface="Calibri"/>
              </a:rPr>
              <a:t>$20,000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99339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Goal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5" y="1280160"/>
            <a:ext cx="2606040" cy="109728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13716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23A"/>
                </a:solidFill>
                <a:latin typeface="Calibri"/>
              </a:rPr>
              <a:t>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5" y="199339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Funded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0263" y="1280160"/>
            <a:ext cx="2606040" cy="109728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0263" y="13716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23A"/>
                </a:solidFill>
                <a:latin typeface="Calibri"/>
              </a:rPr>
              <a:t>$300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3" y="199339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Saved monthly</a:t>
            </a:r>
          </a:p>
        </p:txBody>
      </p:sp>
      <p:pic>
        <p:nvPicPr>
          <p:cNvPr id="16" name="Picture 15" descr="budge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06040"/>
            <a:ext cx="6949440" cy="3657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2743200"/>
            <a:ext cx="3840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6223A"/>
                </a:solidFill>
                <a:latin typeface="Calibri"/>
              </a:rPr>
              <a:t>Take home about $4,100</a:t>
            </a:r>
          </a:p>
          <a:p>
            <a:pPr algn="l">
              <a:spcAft>
                <a:spcPts val="1600"/>
              </a:spcAft>
            </a:pPr>
            <a:r>
              <a:rPr sz="1150" b="0">
                <a:solidFill>
                  <a:srgbClr val="6B7682"/>
                </a:solidFill>
                <a:latin typeface="Calibri"/>
              </a:rPr>
              <a:t>after taxes, child support, and benefits.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Every dollar is allocated. Rent is the largest line at $1,350. Savings and the Tyler basketball fund are treated as fixed and are not cut.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Personal Financial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Monthly Budget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67511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128"/>
                <a:gridCol w="1470789"/>
                <a:gridCol w="181020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Rent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$1,350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Groceries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$380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Car payment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Savings, condo fund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$300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Tyler basketball fund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$150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Fixed, do not cut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Church tithe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$80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Utilities, gas and electric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$230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Buffer and overflow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$452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Cushion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63040"/>
            <a:ext cx="4206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AA53D"/>
                </a:solidFill>
                <a:latin typeface="Calibri"/>
              </a:rPr>
              <a:t>Discipline notes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Balance checked twice a week.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No purchase at or above $100 without a deliberate pause.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6B7682"/>
                </a:solidFill>
                <a:latin typeface="Calibri"/>
              </a:rPr>
              <a:t>Child support of $850 is withheld before the paycheck and is not in this table.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A33"/>
                </a:solidFill>
                <a:latin typeface="Calibri"/>
              </a:rPr>
              <a:t>On the current pace the down payment goal is reached in 2029.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Personal Financial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