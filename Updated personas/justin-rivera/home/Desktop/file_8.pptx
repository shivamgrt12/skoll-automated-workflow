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WEST HARTFORD FALCONS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8D2E1"/>
                </a:solidFill>
                <a:latin typeface="Calibri"/>
              </a:rPr>
              <a:t>2025 Season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2011680" cy="73152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2DAE6"/>
                </a:solidFill>
                <a:latin typeface="Calibri"/>
              </a:rPr>
              <a:t>Head Coach: Justin Rivera</a:t>
            </a:r>
          </a:p>
          <a:p>
            <a:pPr algn="l"/>
            <a:r>
              <a:rPr sz="1500" b="0">
                <a:solidFill>
                  <a:srgbClr val="D2DAE6"/>
                </a:solidFill>
                <a:latin typeface="Calibri"/>
              </a:rPr>
              <a:t>12U Division  |  West Hartford, CT</a:t>
            </a:r>
          </a:p>
        </p:txBody>
      </p:sp>
      <p:pic>
        <p:nvPicPr>
          <p:cNvPr id="8" name="Picture 7" descr="pic_4.jpg"/>
          <p:cNvPicPr>
            <a:picLocks noChangeAspect="1"/>
          </p:cNvPicPr>
          <p:nvPr/>
        </p:nvPicPr>
        <p:blipFill>
          <a:blip r:embed="rId2"/>
          <a:srcRect l="982" r="982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SEASON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strong year on the field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Record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13 W  -  5 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District Standing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2nd Place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Games Played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Team Batting Average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.271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Runs Scored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146304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Best finish in three seasons, up from 4th in 2024.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Pitching depth improved with Jayden and Brandon sharing the rotation.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Strong contact hitting top to bottom of the order.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Twelve players rostered, all received meaningful innings.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82828"/>
                </a:solidFill>
                <a:latin typeface="Calibri"/>
              </a:rPr>
              <a:t>•  Defense up the middle anchored the close 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3A5F"/>
                </a:solidFill>
                <a:latin typeface="Calibri"/>
              </a:rPr>
              <a:t>West Hartford Falcons  |  2025 Season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BATTING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carried the offense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Player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RBI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</a:t>
                      </a:r>
                    </a:p>
                  </a:txBody>
                  <a:tcPr marL="54864" marR="54864" marT="18288" marB="18288" anchor="ctr">
                    <a:solidFill>
                      <a:srgbClr val="B02A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Marcus Rivera Jr.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.339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Jayden Torres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P/3B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.317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Ethan Patel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.310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Liam Okafor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2B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.281</a:t>
                      </a:r>
                    </a:p>
                  </a:txBody>
                  <a:tcPr marL="54864" marR="54864" marT="18288" marB="18288" anchor="ctr">
                    <a:solidFill>
                      <a:srgbClr val="EEF0F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Connor Walsh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CF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.273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b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577840" cy="3060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3A5F"/>
                </a:solidFill>
                <a:latin typeface="Calibri"/>
              </a:rPr>
              <a:t>West Hartford Falcons  |  2025 Season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Fall ball and the off-season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Fall ball practices begin Thursday, October 2, 2026 at Wolcott Park, Field 3.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Batting cage upgrades at the Rivera home planned before the spring season.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Recruit two to three parent volunteers for field setup and dugout duty.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Focus areas: situational hitting, base running, and lefty at-bats.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82828"/>
                </a:solidFill>
                <a:latin typeface="Calibri"/>
              </a:rPr>
              <a:t>•  Goal for next year: win the district and reach the regional bracket.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3A5F"/>
                </a:solidFill>
                <a:latin typeface="Calibri"/>
              </a:rPr>
              <a:t>West Hartford Falcons  |  2025 Season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