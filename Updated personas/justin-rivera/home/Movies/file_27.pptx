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ic_6.png"/>
          <p:cNvPicPr>
            <a:picLocks noChangeAspect="1"/>
          </p:cNvPicPr>
          <p:nvPr/>
        </p:nvPicPr>
        <p:blipFill>
          <a:blip r:embed="rId2"/>
          <a:srcRect t="29858" b="29858"/>
          <a:stretch>
            <a:fillRect/>
          </a:stretch>
        </p:blipFill>
        <p:spPr>
          <a:xfrm>
            <a:off x="0" y="0"/>
            <a:ext cx="12191695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4A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HOME IMPROVEMENT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1EBDE"/>
                </a:solidFill>
                <a:latin typeface="Calibri"/>
              </a:rPr>
              <a:t>2024 to 2026 Review  -  47 Foxcroft Lane, West Hartford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1EBDE"/>
                </a:solidFill>
                <a:latin typeface="Calibri"/>
              </a:rPr>
              <a:t>Maintained by Justin Rivera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COMPLETED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 years of upkeep and upgrades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</a:t>
                      </a:r>
                    </a:p>
                  </a:txBody>
                  <a:tcPr marL="54864" marR="54864" marT="18288" marB="18288" anchor="ctr">
                    <a:solidFill>
                      <a:srgbClr val="785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marL="54864" marR="54864" marT="18288" marB="18288" anchor="ctr">
                    <a:solidFill>
                      <a:srgbClr val="785C3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Materials</a:t>
                      </a:r>
                    </a:p>
                  </a:txBody>
                  <a:tcPr marL="54864" marR="54864" marT="18288" marB="18288" anchor="ctr">
                    <a:solidFill>
                      <a:srgbClr val="785C3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Labor</a:t>
                      </a:r>
                    </a:p>
                  </a:txBody>
                  <a:tcPr marL="54864" marR="54864" marT="18288" marB="18288" anchor="ctr">
                    <a:solidFill>
                      <a:srgbClr val="785C3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785C3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Kitchen backsplash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$680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$450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$1,130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Basement ceiling insulation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$520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$520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Garage pegboard tool wall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$210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$210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Front walkway pavers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$890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$600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$1,490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Attic insulation top-up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$380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$380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754880" cy="2544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7C3F"/>
                </a:solidFill>
                <a:latin typeface="Calibri"/>
              </a:rPr>
              <a:t>Home Improvement Program  |  2024 to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PLANNED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the budget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Batting cage rebuild: reset center post in concrete, new netting (about $210).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Level the pitcher-side ground with compacted fill before spring.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Driveway resealing follow-up after this winter.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Evaluate gutter guard performance through one full leaf season.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Keep single-project spend under the $200 threshold without prior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5C3C"/>
                </a:solidFill>
                <a:latin typeface="Calibri"/>
              </a:rPr>
              <a:t>Two-year totals: Materials $3,675  |  Labor $1,575  |  Combined $5,250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7C3F"/>
                </a:solidFill>
                <a:latin typeface="Calibri"/>
              </a:rPr>
              <a:t>Home Improvement Program  |  2024 to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