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6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828800"/>
            <a:ext cx="2194560" cy="914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031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IT DIRECTOR READINESS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C8D0DE"/>
                </a:solidFill>
                <a:latin typeface="Calibri"/>
              </a:rPr>
              <a:t>Personal Growth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C3CBDA"/>
                </a:solidFill>
                <a:latin typeface="Calibri"/>
              </a:rPr>
              <a:t>Justin Rivera  |  Senior IT Systems Administrator</a:t>
            </a:r>
          </a:p>
          <a:p>
            <a:pPr algn="l"/>
            <a:r>
              <a:rPr sz="1500" b="0">
                <a:solidFill>
                  <a:srgbClr val="C3CBDA"/>
                </a:solidFill>
                <a:latin typeface="Calibri"/>
              </a:rPr>
              <a:t>Confidential, personal planning notes  -  February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6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THE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Nine years of delivery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4712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5181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Area</a:t>
                      </a:r>
                    </a:p>
                  </a:txBody>
                  <a:tcPr marL="54864" marR="54864" marT="18288" marB="18288" anchor="ctr">
                    <a:solidFill>
                      <a:srgbClr val="2633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Evidence</a:t>
                      </a:r>
                    </a:p>
                  </a:txBody>
                  <a:tcPr marL="54864" marR="54864" marT="18288" marB="18288" anchor="ctr">
                    <a:solidFill>
                      <a:srgbClr val="26334D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Tenure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Nine years at Ironclad, promoted twice, straight trajectory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Major program</a:t>
                      </a:r>
                    </a:p>
                  </a:txBody>
                  <a:tcPr marL="54864" marR="54864" marT="18288" marB="18288" anchor="ctr"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Led the email migration end to end (Phases 1 and 2 on time)</a:t>
                      </a:r>
                    </a:p>
                  </a:txBody>
                  <a:tcPr marL="54864" marR="54864" marT="18288" marB="18288" anchor="ctr">
                    <a:solidFill>
                      <a:srgbClr val="EEF0F3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Security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2024 segmentation overhaul passed external audit, zero findings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Team</a:t>
                      </a:r>
                    </a:p>
                  </a:txBody>
                  <a:tcPr marL="54864" marR="54864" marT="18288" marB="18288" anchor="ctr"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Manages four engineers; Tomas ready for senior scope</a:t>
                      </a:r>
                    </a:p>
                  </a:txBody>
                  <a:tcPr marL="54864" marR="54864" marT="18288" marB="18288" anchor="ctr">
                    <a:solidFill>
                      <a:srgbClr val="EEF0F3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Credentials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Security+ and CCNA held; CISSP exam December 2026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26334D"/>
                </a:solidFill>
                <a:latin typeface="Calibri"/>
              </a:rPr>
              <a:t>IT Director Readiness  |  Personal Growth Plan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6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THE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Compensation and readiness</a:t>
            </a:r>
          </a:p>
        </p:txBody>
      </p:sp>
      <p:pic>
        <p:nvPicPr>
          <p:cNvPr id="6" name="Picture 5" descr="s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5577840" cy="3207258"/>
          </a:xfrm>
          <a:prstGeom prst="rect">
            <a:avLst/>
          </a:prstGeom>
        </p:spPr>
      </p:pic>
      <p:pic>
        <p:nvPicPr>
          <p:cNvPr id="7" name="Picture 6" descr="ciss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463040"/>
            <a:ext cx="5577840" cy="303461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12064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C3C3C"/>
                </a:solidFill>
                <a:latin typeface="Calibri"/>
              </a:rPr>
              <a:t>A move into the director band would lift base pay from $112k toward $135k to $155k and reshape the mortgage payoff and 529 plans.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26334D"/>
                </a:solidFill>
                <a:latin typeface="Calibri"/>
              </a:rPr>
              <a:t>IT Director Readiness  |  Personal Growth Plan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6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Steps before the conversation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282828"/>
                </a:solidFill>
                <a:latin typeface="Calibri"/>
              </a:rPr>
              <a:t>•  Lock in Phase 3 compliance sign-off or complete the migration.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82828"/>
                </a:solidFill>
                <a:latin typeface="Calibri"/>
              </a:rPr>
              <a:t>•  Pass the CISSP in December. The cert plus the experience closes the gap.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82828"/>
                </a:solidFill>
                <a:latin typeface="Calibri"/>
              </a:rPr>
              <a:t>•  Write up the segmentation project as a one-page, results-focused case study.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82828"/>
                </a:solidFill>
                <a:latin typeface="Calibri"/>
              </a:rPr>
              <a:t>•  Signal readiness to Vanessa informally, without demanding a timeline.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82828"/>
                </a:solidFill>
                <a:latin typeface="Calibri"/>
              </a:rPr>
              <a:t>•  Align with Patricia on the hours and visibility a director role brings.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26334D"/>
                </a:solidFill>
                <a:latin typeface="Calibri"/>
              </a:rPr>
              <a:t>IT Director Readiness  |  Personal Growth Plan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