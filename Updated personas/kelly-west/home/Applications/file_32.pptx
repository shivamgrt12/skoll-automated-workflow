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109728"/>
          </a:xfrm>
          <a:prstGeom prst="rect">
            <a:avLst/>
          </a:prstGeom>
          <a:solidFill>
            <a:srgbClr val="B5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Family Year Planner</a:t>
            </a:r>
          </a:p>
          <a:p>
            <a:pPr algn="l"/>
            <a:r>
              <a:rPr sz="2200" b="0">
                <a:solidFill>
                  <a:srgbClr val="E3D2E0"/>
                </a:solidFill>
                <a:latin typeface="Calibri"/>
              </a:rPr>
              <a:t>Fall and Winter, 2026 into 2027</a:t>
            </a:r>
          </a:p>
          <a:p>
            <a:pPr algn="l"/>
            <a:r>
              <a:rPr sz="1500" b="1">
                <a:solidFill>
                  <a:srgbClr val="B5652E"/>
                </a:solidFill>
                <a:latin typeface="Calibri"/>
              </a:rPr>
              <a:t>The West family, Richmond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coming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The dates we are holding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Oct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828800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1828800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Owen's fall basketball tournament, snacks all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07792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Oct 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907792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290779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Dental cleaning, Tuckahoe Dental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86784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86784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Oct 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3986784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3986784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Halloween, Owen out with friends, Nora hosts a movie night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65776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65776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Nov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5065776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7712" y="5065776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Parent-teacher conference and College and Career Night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828800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828800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Nov 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828800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1828800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Nora's winter art showcase, community center, 5:00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907792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07792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Nov 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907792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90779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Thanksgiving at Donna's, Sharon's family in town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986784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86784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Dec 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986784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3986784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Christmas morning at home, lunch at Donna's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65776"/>
            <a:ext cx="1371600" cy="9144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065776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Dec 31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5065776"/>
            <a:ext cx="3931920" cy="91440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5065776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55A64"/>
                </a:solidFill>
                <a:latin typeface="Calibri"/>
              </a:rPr>
              <a:t>Low key night at home, firepit if the weather holds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5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Thanksgiving, the plan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At Donna's, Thursday November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192024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91440"/>
          </a:xfrm>
          <a:prstGeom prst="rect">
            <a:avLst/>
          </a:prstGeom>
          <a:solidFill>
            <a:srgbClr val="B5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48256"/>
            <a:ext cx="499262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5652E"/>
                </a:solidFill>
                <a:latin typeface="Calibri"/>
              </a:rPr>
              <a:t>What we bring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Two pies, apple and pumpkin,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ordered by November 20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Green beans and roasted carrots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349240" cy="192024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349240" cy="91440"/>
          </a:xfrm>
          <a:prstGeom prst="rect">
            <a:avLst/>
          </a:prstGeom>
          <a:solidFill>
            <a:srgbClr val="3C6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048256"/>
            <a:ext cx="49469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6E57"/>
                </a:solidFill>
                <a:latin typeface="Calibri"/>
              </a:rPr>
              <a:t>Who is where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Sharon's family drives in Wednesday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evening and stays through Sunday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Kids on the air mattress and pullout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5394960" cy="192024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77639"/>
            <a:ext cx="5394960" cy="91440"/>
          </a:xfrm>
          <a:prstGeom prst="rect">
            <a:avLst/>
          </a:prstGeom>
          <a:solidFill>
            <a:srgbClr val="B5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97095"/>
            <a:ext cx="499262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5652E"/>
                </a:solidFill>
                <a:latin typeface="Calibri"/>
              </a:rPr>
              <a:t>Donna owns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The turkey and the dressing,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and will not be argued with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Lunch is around 1:00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77639"/>
            <a:ext cx="5349240" cy="1920240"/>
          </a:xfrm>
          <a:prstGeom prst="rect">
            <a:avLst/>
          </a:prstGeom>
          <a:solidFill>
            <a:srgbClr val="F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5349240" cy="91440"/>
          </a:xfrm>
          <a:prstGeom prst="rect">
            <a:avLst/>
          </a:prstGeom>
          <a:solidFill>
            <a:srgbClr val="3C6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197095"/>
            <a:ext cx="49469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6E57"/>
                </a:solidFill>
                <a:latin typeface="Calibri"/>
              </a:rPr>
              <a:t>Hold the line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The Sunday after stays empty.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Recovery day before everyone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scatters back to the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>Kelly West</dc:creator>
  <cp:keywords/>
  <dc:description/>
  <cp:lastModifiedBy>Kelly West</cp:lastModifiedBy>
  <cp:revision>1</cp:revision>
  <dcterms:created xsi:type="dcterms:W3CDTF">2026-10-20T09:00:00Z</dcterms:created>
  <dcterms:modified xsi:type="dcterms:W3CDTF">2026-10-20T09:00:00Z</dcterms:modified>
  <cp:category/>
</cp:coreProperties>
</file>