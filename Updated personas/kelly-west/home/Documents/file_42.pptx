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B5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Starting Middle School</a:t>
            </a:r>
          </a:p>
          <a:p>
            <a:pPr algn="l"/>
            <a:r>
              <a:rPr sz="2400" b="0">
                <a:solidFill>
                  <a:srgbClr val="CDE3D2"/>
                </a:solidFill>
                <a:latin typeface="Calibri"/>
              </a:rPr>
              <a:t>A Guide for 6th Grade Families</a:t>
            </a:r>
          </a:p>
          <a:p>
            <a:pPr algn="l"/>
            <a:r>
              <a:rPr sz="1500" b="1">
                <a:solidFill>
                  <a:srgbClr val="B5683C"/>
                </a:solidFill>
                <a:latin typeface="Calibri"/>
              </a:rPr>
              <a:t>Henrico Fields Middle School   Counseling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first eight weeks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What is normal, and what helps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94960" cy="192024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394960" cy="9144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48256"/>
            <a:ext cx="499262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5D3A"/>
                </a:solidFill>
                <a:latin typeface="Calibri"/>
              </a:rPr>
              <a:t>What is normal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Tiredness, a lost lock combo,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and a few forgotten assignments.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New building, new bells, six teachers.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349240" cy="192024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28800"/>
            <a:ext cx="5349240" cy="91440"/>
          </a:xfrm>
          <a:prstGeom prst="rect">
            <a:avLst/>
          </a:prstGeom>
          <a:solidFill>
            <a:srgbClr val="B5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048256"/>
            <a:ext cx="49469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5683C"/>
                </a:solidFill>
                <a:latin typeface="Calibri"/>
              </a:rPr>
              <a:t>What helps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A consistent bedtime, a packed bag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the night before, and one adult at home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who asks an open question at dinner.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5394960" cy="192024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77639"/>
            <a:ext cx="5394960" cy="9144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97095"/>
            <a:ext cx="499262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5D3A"/>
                </a:solidFill>
                <a:latin typeface="Calibri"/>
              </a:rPr>
              <a:t>When to reach out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A worry that lasts more than two weeks,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a friendship that turns unkind, or grades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that drop without a clear reason.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77639"/>
            <a:ext cx="5349240" cy="192024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977639"/>
            <a:ext cx="5349240" cy="91440"/>
          </a:xfrm>
          <a:prstGeom prst="rect">
            <a:avLst/>
          </a:prstGeom>
          <a:solidFill>
            <a:srgbClr val="B56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197095"/>
            <a:ext cx="49469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5683C"/>
                </a:solidFill>
                <a:latin typeface="Calibri"/>
              </a:rPr>
              <a:t>Who I am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Kelly West, your student's counselor.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I am here for the whole child, not just</a:t>
            </a:r>
          </a:p>
          <a:p>
            <a:pPr algn="l"/>
            <a:r>
              <a:rPr sz="1250" b="0">
                <a:solidFill>
                  <a:srgbClr val="2B2B2B"/>
                </a:solidFill>
                <a:latin typeface="Calibri"/>
              </a:rPr>
              <a:t>the transcript. My door stays open.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1064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Habits that carry the year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Small and repeatable beats big and rare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0" cy="86868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40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0149840" cy="86868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784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F5D3A"/>
                </a:solidFill>
                <a:latin typeface="Calibri"/>
              </a:rPr>
              <a:t>Plan the night before</a:t>
            </a:r>
          </a:p>
          <a:p>
            <a:pPr algn="l"/>
            <a:r>
              <a:rPr sz="1300" b="0">
                <a:solidFill>
                  <a:srgbClr val="455A64"/>
                </a:solidFill>
                <a:latin typeface="Calibri"/>
              </a:rPr>
              <a:t>Bag packed, clothes out, one look at tomorrow's calendar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52928"/>
            <a:ext cx="640080" cy="86868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52928"/>
            <a:ext cx="640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852928"/>
            <a:ext cx="10149840" cy="86868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852928"/>
            <a:ext cx="9784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F5D3A"/>
                </a:solidFill>
                <a:latin typeface="Calibri"/>
              </a:rPr>
              <a:t>One agenda, one place</a:t>
            </a:r>
          </a:p>
          <a:p>
            <a:pPr algn="l"/>
            <a:r>
              <a:rPr sz="1300" b="0">
                <a:solidFill>
                  <a:srgbClr val="455A64"/>
                </a:solidFill>
                <a:latin typeface="Calibri"/>
              </a:rPr>
              <a:t>Whether paper or phone, assignments live in a single spot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77056"/>
            <a:ext cx="640080" cy="86868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77056"/>
            <a:ext cx="640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877056"/>
            <a:ext cx="10149840" cy="86868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3877056"/>
            <a:ext cx="9784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F5D3A"/>
                </a:solidFill>
                <a:latin typeface="Calibri"/>
              </a:rPr>
              <a:t>Name the feeling</a:t>
            </a:r>
          </a:p>
          <a:p>
            <a:pPr algn="l"/>
            <a:r>
              <a:rPr sz="1300" b="0">
                <a:solidFill>
                  <a:srgbClr val="455A64"/>
                </a:solidFill>
                <a:latin typeface="Calibri"/>
              </a:rPr>
              <a:t>Stress shrinks when a kid can say what is actually bothering them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01184"/>
            <a:ext cx="640080" cy="868680"/>
          </a:xfrm>
          <a:prstGeom prst="rect">
            <a:avLst/>
          </a:prstGeom>
          <a:solidFill>
            <a:srgbClr val="2F5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01184"/>
            <a:ext cx="640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901184"/>
            <a:ext cx="10149840" cy="86868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901184"/>
            <a:ext cx="9784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F5D3A"/>
                </a:solidFill>
                <a:latin typeface="Calibri"/>
              </a:rPr>
              <a:t>Ask for help early</a:t>
            </a:r>
          </a:p>
          <a:p>
            <a:pPr algn="l"/>
            <a:r>
              <a:rPr sz="1300" b="0">
                <a:solidFill>
                  <a:srgbClr val="455A64"/>
                </a:solidFill>
                <a:latin typeface="Calibri"/>
              </a:rPr>
              <a:t>The students who recover fastest are the ones who raise a hand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subject/>
  <dc:creator>Kelly West</dc:creator>
  <cp:keywords/>
  <dc:description/>
  <cp:lastModifiedBy>Kelly West</cp:lastModifiedBy>
  <cp:revision>1</cp:revision>
  <dcterms:created xsi:type="dcterms:W3CDTF">2026-10-20T09:00:00Z</dcterms:created>
  <dcterms:modified xsi:type="dcterms:W3CDTF">2026-10-20T09:00:00Z</dcterms:modified>
  <cp:category/>
</cp:coreProperties>
</file>