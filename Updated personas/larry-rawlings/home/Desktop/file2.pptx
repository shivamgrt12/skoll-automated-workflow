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Quality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3 PM</c:v>
                </c:pt>
                <c:pt idx="1">
                  <c:v>4 PM</c:v>
                </c:pt>
                <c:pt idx="2">
                  <c:v>5 PM</c:v>
                </c:pt>
                <c:pt idx="3">
                  <c:v>6 PM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60</c:v>
                </c:pt>
                <c:pt idx="2">
                  <c:v>95</c:v>
                </c:pt>
                <c:pt idx="3">
                  <c:v>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C8C8C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2743200" cy="2743200"/>
          </a:xfrm>
          <a:prstGeom prst="rtTriangle">
            <a:avLst/>
          </a:prstGeom>
          <a:solidFill>
            <a:srgbClr val="FF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5486400"/>
            <a:ext cx="2743200" cy="1371600"/>
          </a:xfrm>
          <a:prstGeom prst="rect">
            <a:avLst/>
          </a:prstGeom>
          <a:solidFill>
            <a:srgbClr val="FF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Session Prep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C8C8C8"/>
                </a:solidFill>
              </a:defRPr>
            </a:pPr>
            <a:r>
              <a:t>Larry Rawlings Photography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FF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to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CDCDC"/>
                </a:solidFill>
              </a:defRPr>
            </a:pPr>
            <a:r>
              <a:t>I keep things very relaxed. Sessions usually last a couple of hours. We focus on authentic moments instead of stiff poses. We will just walk around and find the best light.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4572000" cy="914400"/>
          </a:xfrm>
          <a:prstGeom prst="rect">
            <a:avLst/>
          </a:prstGeom>
          <a:solidFill>
            <a:srgbClr val="FF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Ideal Lighting Timeline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FF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Wardrobe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CDCDC"/>
                </a:solidFill>
              </a:defRPr>
            </a:pPr>
            <a:r>
              <a:t>Wear clothes you actually feel comfortable in. Try to avoid large logos or busy patterns. Earth tones and muted colors look best with my editing style. Bring a jacket if you want variety.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