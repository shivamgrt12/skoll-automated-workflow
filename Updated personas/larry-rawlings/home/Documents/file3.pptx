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fGGHgzr/qPvYNazahtChHd/RY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37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Portraits</c:v>
                </c:pt>
                <c:pt idx="1">
                  <c:v>Events</c:v>
                </c:pt>
                <c:pt idx="2">
                  <c:v>Prints</c:v>
                </c:pt>
                <c:pt idx="3">
                  <c:v>Licensing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2-4306-BDC2-51F69F9A8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>
              <a:solidFill>
                <a:srgbClr val="C8C8C8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1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rot="10800000">
            <a:off x="0" y="0"/>
            <a:ext cx="2743200" cy="2743200"/>
          </a:xfrm>
          <a:prstGeom prst="rtTriangle">
            <a:avLst/>
          </a:prstGeom>
          <a:solidFill>
            <a:srgbClr val="32FF9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400800" y="5486400"/>
            <a:ext cx="2743200" cy="1371600"/>
          </a:xfrm>
          <a:prstGeom prst="rect">
            <a:avLst/>
          </a:prstGeom>
          <a:solidFill>
            <a:srgbClr val="32FF9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Year-End Business Review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Internal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140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32FF9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Snapshot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Total revenue for the fourth quarter of 2025 is right around $14,200. Profit margins are holding steady at 65 percent. Expenses were mostly gear maintenance and travel.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140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182880"/>
            <a:ext cx="4572000" cy="914400"/>
          </a:xfrm>
          <a:prstGeom prst="rect">
            <a:avLst/>
          </a:prstGeom>
          <a:solidFill>
            <a:srgbClr val="32FF9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Sources</a:t>
            </a:r>
            <a:endParaRPr/>
          </a:p>
        </p:txBody>
      </p:sp>
      <p:graphicFrame>
        <p:nvGraphicFramePr>
          <p:cNvPr id="104" name="Google Shape;104;p3"/>
          <p:cNvGraphicFramePr/>
          <p:nvPr>
            <p:extLst>
              <p:ext uri="{D42A27DB-BD31-4B8C-83A1-F6EECF244321}">
                <p14:modId xmlns:p14="http://schemas.microsoft.com/office/powerpoint/2010/main" val="1955045711"/>
              </p:ext>
            </p:extLst>
          </p:nvPr>
        </p:nvGraphicFramePr>
        <p:xfrm>
          <a:off x="731520" y="132588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1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32FF9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 for the Year Ahead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4400" y="2286000"/>
            <a:ext cx="7315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The plan is to increase print sales for the Porch Light project. I also need to streamline how I handle invoices. Finally, I want to block off 10 hours a week just for personal shooting.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On-screen Show (4:3)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Ankit kumar</cp:lastModifiedBy>
  <cp:revision>1</cp:revision>
  <dcterms:created xsi:type="dcterms:W3CDTF">2013-01-27T09:14:16Z</dcterms:created>
  <dcterms:modified xsi:type="dcterms:W3CDTF">2026-06-25T09:35:50Z</dcterms:modified>
</cp:coreProperties>
</file>