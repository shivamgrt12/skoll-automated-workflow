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Logged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Autumn</c:v>
                </c:pt>
                <c:pt idx="1">
                  <c:v>Winter</c:v>
                </c:pt>
                <c:pt idx="2">
                  <c:v>Spring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95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>
              <a:solidFill>
                <a:srgbClr val="C8C8C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0" y="0"/>
            <a:ext cx="2743200" cy="2743200"/>
          </a:xfrm>
          <a:prstGeom prst="rtTriangle">
            <a:avLst/>
          </a:prstGeom>
          <a:solidFill>
            <a:srgbClr val="FF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5486400"/>
            <a:ext cx="2743200" cy="1371600"/>
          </a:xfrm>
          <a:prstGeom prst="rect">
            <a:avLst/>
          </a:prstGeom>
          <a:solidFill>
            <a:srgbClr val="FF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The Porch Light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C8C8C8"/>
                </a:solidFill>
              </a:defRPr>
            </a:pPr>
            <a:r>
              <a:t>Exhibition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solidFill>
            <a:srgbClr val="FF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DCDCDC"/>
                </a:solidFill>
              </a:defRPr>
            </a:pPr>
            <a:r>
              <a:t>This series captures the quiet moments of Charlotte neighborhoods at dusk. It is a look into the space between public and private life. I shoot entirely during the golden and blue hours focusing on historic districts.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"/>
            <a:ext cx="4572000" cy="914400"/>
          </a:xfrm>
          <a:prstGeom prst="rect">
            <a:avLst/>
          </a:prstGeom>
          <a:solidFill>
            <a:srgbClr val="FF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Observation Volumes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4592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solidFill>
            <a:srgbClr val="FF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Exhibition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DCDCDC"/>
                </a:solidFill>
              </a:defRPr>
            </a:pPr>
            <a:r>
              <a:t>I am looking for about 20 linear feet of wall space. The work is printed as 16x20 archival pigment prints. The target audience includes local residents and documentary art collectors.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