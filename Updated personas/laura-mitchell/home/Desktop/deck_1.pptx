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2011680" cy="109728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600" b="1">
                <a:solidFill>
                  <a:srgbClr val="F3ECDD"/>
                </a:solidFill>
                <a:latin typeface="Georgia"/>
              </a:rPr>
              <a:t>Brand Identity, Built by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108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AA45A"/>
                </a:solidFill>
                <a:latin typeface="Calibri"/>
              </a:rPr>
              <a:t>Laura Creates Studio LLC   |   East Dearborn, Michigan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F8077"/>
                </a:solidFill>
                <a:latin typeface="Calibri"/>
              </a:rPr>
              <a:t>Capabilities Overview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3ECDD"/>
                </a:solidFill>
                <a:latin typeface="Georgia"/>
              </a:rPr>
              <a:t>What We Make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1463040" cy="73152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Logo and identity systems with primary and secondary marks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Packaging and dielines ready for the printer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Custom hand-lettering in brush and gouache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Social template systems clients can manage themselves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F8077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3ECDD"/>
                </a:solidFill>
                <a:latin typeface="Georgia"/>
              </a:rPr>
              <a:t>The 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1463040" cy="73152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Discovery, a short brief, and a shared mood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Sketching and letterform exploration on paper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Digital refinement in vector with a tidy file system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Printer ready hand-off and a clear style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F8077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3ECDD"/>
                </a:solidFill>
                <a:latin typeface="Georgia"/>
              </a:rPr>
              <a:t>Packages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4754880" cy="3291840"/>
          </a:xfrm>
          <a:prstGeom prst="rect">
            <a:avLst/>
          </a:prstGeom>
          <a:solidFill>
            <a:srgbClr val="0F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1828800"/>
            <a:ext cx="4754880" cy="3291840"/>
          </a:xfrm>
          <a:prstGeom prst="rect">
            <a:avLst/>
          </a:prstGeom>
          <a:solidFill>
            <a:srgbClr val="0F3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4206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CAA45A"/>
                </a:solidFill>
                <a:latin typeface="Georgia"/>
              </a:rPr>
              <a:t>Visual Foundations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F3ECDD"/>
                </a:solidFill>
                <a:latin typeface="Calibri"/>
              </a:rPr>
              <a:t>From $1,500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CE4D8"/>
                </a:solidFill>
                <a:latin typeface="Calibri"/>
              </a:rPr>
              <a:t>Marks, a curated palette, and a short style guide.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03120"/>
            <a:ext cx="42062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CAA45A"/>
                </a:solidFill>
                <a:latin typeface="Georgia"/>
              </a:rPr>
              <a:t>Full Packaging</a:t>
            </a:r>
          </a:p>
          <a:p>
            <a:pPr algn="l">
              <a:spcAft>
                <a:spcPts val="1000"/>
              </a:spcAft>
            </a:pPr>
            <a:r>
              <a:rPr sz="3000" b="1">
                <a:solidFill>
                  <a:srgbClr val="F3ECDD"/>
                </a:solidFill>
                <a:latin typeface="Calibri"/>
              </a:rPr>
              <a:t>From $3,000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DCE4D8"/>
                </a:solidFill>
                <a:latin typeface="Calibri"/>
              </a:rPr>
              <a:t>Identity plus dielines for three containers and hand-off.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F8077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B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3ECDD"/>
                </a:solidFill>
                <a:latin typeface="Georgia"/>
              </a:rPr>
              <a:t>Selected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417320"/>
            <a:ext cx="1463040" cy="73152"/>
          </a:xfrm>
          <a:prstGeom prst="rect">
            <a:avLst/>
          </a:prstGeom>
          <a:solidFill>
            <a:srgbClr val="CAA4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Avalon Corner Loaf, a bakery identity and bag stamp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Cedar Candle Co., a label system across three pour sizes</a:t>
            </a:r>
          </a:p>
          <a:p>
            <a:pPr>
              <a:spcAft>
                <a:spcPts val="1200"/>
              </a:spcAft>
            </a:pPr>
            <a:r>
              <a:rPr sz="2200" b="1">
                <a:solidFill>
                  <a:srgbClr val="CAA45A"/>
                </a:solidFill>
                <a:latin typeface="Calibri"/>
              </a:rPr>
              <a:t>•  </a:t>
            </a:r>
            <a:r>
              <a:rPr sz="2200">
                <a:solidFill>
                  <a:srgbClr val="DCE4D8"/>
                </a:solidFill>
                <a:latin typeface="Calibri"/>
              </a:rPr>
              <a:t>Rouge River Yoga, a mark and social template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F8077"/>
                </a:solidFill>
                <a:latin typeface="Calibri"/>
              </a:rPr>
              <a:t>Laura Creates Studio LLC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AA45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123B36"/>
                </a:solidFill>
                <a:latin typeface="Georgia"/>
              </a:rPr>
              <a:t>Let us build yours.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657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23B36"/>
                </a:solidFill>
                <a:latin typeface="Calibri"/>
              </a:rPr>
              <a:t>lauracreates.studio   |   @lauracreates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2026-02-15T12:00:00Z</dcterms:created>
  <dcterms:modified xsi:type="dcterms:W3CDTF">2026-02-15T12:00:00Z</dcterms:modified>
  <cp:category/>
</cp:coreProperties>
</file>