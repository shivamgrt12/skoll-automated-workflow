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463040"/>
            <a:ext cx="146304" cy="2194560"/>
          </a:xfrm>
          <a:prstGeom prst="rect">
            <a:avLst/>
          </a:prstGeom>
          <a:solidFill>
            <a:srgbClr val="8A9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55448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4400" b="1">
                <a:solidFill>
                  <a:srgbClr val="C2683F"/>
                </a:solidFill>
                <a:latin typeface="Trebuchet MS"/>
              </a:rPr>
              <a:t>Brush-Pen Hand-Lettering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4A463E"/>
                </a:solidFill>
                <a:latin typeface="Calibri"/>
              </a:rPr>
              <a:t>A three hour Saturday workshop for beginners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918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8A9A6B"/>
                </a:solidFill>
                <a:latin typeface="Calibri"/>
              </a:rPr>
              <a:t>Room 204, Dearborn Community Arts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907F"/>
                </a:solidFill>
                <a:latin typeface="Calibri"/>
              </a:rPr>
              <a:t>Laura Creates Studio LLC</a:t>
            </a:r>
          </a:p>
        </p:txBody>
      </p:sp>
    </p:spTree>
  </p:cSld>
  <p:clrMapOvr>
    <a:masterClrMapping/>
  </p:clrMapOvr>
  <p:transition spd="med">
    <p:wipe dir="d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2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BF3E8"/>
                </a:solidFill>
                <a:latin typeface="Trebuchet MS"/>
              </a:rPr>
              <a:t>Who It Is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8A9A6B"/>
                </a:solidFill>
                <a:latin typeface="Calibri"/>
              </a:rPr>
              <a:t>•  </a:t>
            </a:r>
            <a:r>
              <a:rPr sz="2200">
                <a:solidFill>
                  <a:srgbClr val="4A463E"/>
                </a:solidFill>
                <a:latin typeface="Calibri"/>
              </a:rPr>
              <a:t>Adult beginners with no lettering background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8A9A6B"/>
                </a:solidFill>
                <a:latin typeface="Calibri"/>
              </a:rPr>
              <a:t>•  </a:t>
            </a:r>
            <a:r>
              <a:rPr sz="2200">
                <a:solidFill>
                  <a:srgbClr val="4A463E"/>
                </a:solidFill>
                <a:latin typeface="Calibri"/>
              </a:rPr>
              <a:t>Designers who want a steadier brush hand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8A9A6B"/>
                </a:solidFill>
                <a:latin typeface="Calibri"/>
              </a:rPr>
              <a:t>•  </a:t>
            </a:r>
            <a:r>
              <a:rPr sz="2200">
                <a:solidFill>
                  <a:srgbClr val="4A463E"/>
                </a:solidFill>
                <a:latin typeface="Calibri"/>
              </a:rPr>
              <a:t>Anyone who likes the smell of new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907F"/>
                </a:solidFill>
                <a:latin typeface="Calibri"/>
              </a:rPr>
              <a:t>Laura Creates Studio LLC</a:t>
            </a:r>
          </a:p>
        </p:txBody>
      </p:sp>
    </p:spTree>
  </p:cSld>
  <p:clrMapOvr>
    <a:masterClrMapping/>
  </p:clrMapOvr>
  <p:transition spd="med">
    <p:wipe dir="d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2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BF3E8"/>
                </a:solidFill>
                <a:latin typeface="Trebuchet MS"/>
              </a:rPr>
              <a:t>Hour by Hour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8A9A6B"/>
                </a:solidFill>
                <a:latin typeface="Calibri"/>
              </a:rPr>
              <a:t>•  </a:t>
            </a:r>
            <a:r>
              <a:rPr sz="2200">
                <a:solidFill>
                  <a:srgbClr val="4A463E"/>
                </a:solidFill>
                <a:latin typeface="Calibri"/>
              </a:rPr>
              <a:t>Hour one, brush anatomy, grip, and pressure strokes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8A9A6B"/>
                </a:solidFill>
                <a:latin typeface="Calibri"/>
              </a:rPr>
              <a:t>•  </a:t>
            </a:r>
            <a:r>
              <a:rPr sz="2200">
                <a:solidFill>
                  <a:srgbClr val="4A463E"/>
                </a:solidFill>
                <a:latin typeface="Calibri"/>
              </a:rPr>
              <a:t>Hour two, lowercase connections and kerning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8A9A6B"/>
                </a:solidFill>
                <a:latin typeface="Calibri"/>
              </a:rPr>
              <a:t>•  </a:t>
            </a:r>
            <a:r>
              <a:rPr sz="2200">
                <a:solidFill>
                  <a:srgbClr val="4A463E"/>
                </a:solidFill>
                <a:latin typeface="Calibri"/>
              </a:rPr>
              <a:t>Hour three, composition and a finished piece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907F"/>
                </a:solidFill>
                <a:latin typeface="Calibri"/>
              </a:rPr>
              <a:t>Laura Creates Studio LLC</a:t>
            </a:r>
          </a:p>
        </p:txBody>
      </p:sp>
    </p:spTree>
  </p:cSld>
  <p:clrMapOvr>
    <a:masterClrMapping/>
  </p:clrMapOvr>
  <p:transition spd="med">
    <p:wipe dir="d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2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BF3E8"/>
                </a:solidFill>
                <a:latin typeface="Trebuchet MS"/>
              </a:rPr>
              <a:t>What You Take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8A9A6B"/>
                </a:solidFill>
                <a:latin typeface="Calibri"/>
              </a:rPr>
              <a:t>•  </a:t>
            </a:r>
            <a:r>
              <a:rPr sz="2200">
                <a:solidFill>
                  <a:srgbClr val="4A463E"/>
                </a:solidFill>
                <a:latin typeface="Calibri"/>
              </a:rPr>
              <a:t>A practiced lowercase alphabet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8A9A6B"/>
                </a:solidFill>
                <a:latin typeface="Calibri"/>
              </a:rPr>
              <a:t>•  </a:t>
            </a:r>
            <a:r>
              <a:rPr sz="2200">
                <a:solidFill>
                  <a:srgbClr val="4A463E"/>
                </a:solidFill>
                <a:latin typeface="Calibri"/>
              </a:rPr>
              <a:t>A finished composition on watercolor card stock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8A9A6B"/>
                </a:solidFill>
                <a:latin typeface="Calibri"/>
              </a:rPr>
              <a:t>•  </a:t>
            </a:r>
            <a:r>
              <a:rPr sz="2200">
                <a:solidFill>
                  <a:srgbClr val="4A463E"/>
                </a:solidFill>
                <a:latin typeface="Calibri"/>
              </a:rPr>
              <a:t>A simple home practice routine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907F"/>
                </a:solidFill>
                <a:latin typeface="Calibri"/>
              </a:rPr>
              <a:t>Laura Creates Studio LLC</a:t>
            </a:r>
          </a:p>
        </p:txBody>
      </p:sp>
    </p:spTree>
  </p:cSld>
  <p:clrMapOvr>
    <a:masterClrMapping/>
  </p:clrMapOvr>
  <p:transition spd="med">
    <p:wipe dir="d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2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BF3E8"/>
                </a:solidFill>
                <a:latin typeface="Trebuchet MS"/>
              </a:rPr>
              <a:t>Seats and Fee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8A9A6B"/>
                </a:solidFill>
                <a:latin typeface="Calibri"/>
              </a:rPr>
              <a:t>•  </a:t>
            </a:r>
            <a:r>
              <a:rPr sz="2200">
                <a:solidFill>
                  <a:srgbClr val="4A463E"/>
                </a:solidFill>
                <a:latin typeface="Calibri"/>
              </a:rPr>
              <a:t>Twelve seats per session, kept small on purpose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8A9A6B"/>
                </a:solidFill>
                <a:latin typeface="Calibri"/>
              </a:rPr>
              <a:t>•  </a:t>
            </a:r>
            <a:r>
              <a:rPr sz="2200">
                <a:solidFill>
                  <a:srgbClr val="4A463E"/>
                </a:solidFill>
                <a:latin typeface="Calibri"/>
              </a:rPr>
              <a:t>Seventy five dollars per seat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8A9A6B"/>
                </a:solidFill>
                <a:latin typeface="Calibri"/>
              </a:rPr>
              <a:t>•  </a:t>
            </a:r>
            <a:r>
              <a:rPr sz="2200">
                <a:solidFill>
                  <a:srgbClr val="4A463E"/>
                </a:solidFill>
                <a:latin typeface="Calibri"/>
              </a:rPr>
              <a:t>All materials included in the fee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95360" y="1828800"/>
            <a:ext cx="2743200" cy="1280160"/>
          </a:xfrm>
          <a:prstGeom prst="roundRect">
            <a:avLst/>
          </a:prstGeom>
          <a:solidFill>
            <a:srgbClr val="8A9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1874519"/>
            <a:ext cx="27432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BF3E8"/>
                </a:solidFill>
                <a:latin typeface="Trebuchet MS"/>
              </a:rPr>
              <a:t>$75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907F"/>
                </a:solidFill>
                <a:latin typeface="Calibri"/>
              </a:rPr>
              <a:t>Laura Creates Studio LLC</a:t>
            </a:r>
          </a:p>
        </p:txBody>
      </p:sp>
    </p:spTree>
  </p:cSld>
  <p:clrMapOvr>
    <a:masterClrMapping/>
  </p:clrMapOvr>
  <p:transition spd="med">
    <p:wipe dir="d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26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5603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BF3E8"/>
                </a:solidFill>
                <a:latin typeface="Trebuchet MS"/>
              </a:rPr>
              <a:t>Reserve a seat.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749039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4E2D4"/>
                </a:solidFill>
                <a:latin typeface="Calibri"/>
              </a:rPr>
              <a:t>Saturdays in autumn   |   lauracreates.studio</a:t>
            </a:r>
          </a:p>
        </p:txBody>
      </p:sp>
    </p:spTree>
  </p:cSld>
  <p:clrMapOvr>
    <a:masterClrMapping/>
  </p:clrMapOvr>
  <p:transition spd="med">
    <p:wipe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2026-02-15T12:00:00Z</dcterms:created>
  <dcterms:modified xsi:type="dcterms:W3CDTF">2026-02-15T12:00:00Z</dcterms:modified>
  <cp:category/>
</cp:coreProperties>
</file>