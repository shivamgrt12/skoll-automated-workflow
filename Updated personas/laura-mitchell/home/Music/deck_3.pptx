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Income</c:v>
                </c:pt>
              </c:strCache>
            </c:strRef>
          </c:tx>
          <c:dPt>
            <c:idx val="0"/>
            <c:spPr>
              <a:solidFill>
                <a:srgbClr val="E7C66B"/>
              </a:solidFill>
            </c:spPr>
          </c:dPt>
          <c:dPt>
            <c:idx val="1"/>
            <c:spPr>
              <a:solidFill>
                <a:srgbClr val="E7C66B"/>
              </a:solidFill>
            </c:spPr>
          </c:dPt>
          <c:dPt>
            <c:idx val="2"/>
            <c:spPr>
              <a:solidFill>
                <a:srgbClr val="E7C66B"/>
              </a:solidFill>
            </c:spPr>
          </c:dPt>
          <c:dPt>
            <c:idx val="3"/>
            <c:spPr>
              <a:solidFill>
                <a:srgbClr val="E7C66B"/>
              </a:solidFill>
            </c:spPr>
          </c:dPt>
          <c:dPt>
            <c:idx val="4"/>
            <c:spPr>
              <a:solidFill>
                <a:srgbClr val="E7C66B"/>
              </a:solidFill>
            </c:spPr>
          </c:dPt>
          <c:cat>
            <c:strRef>
              <c:f>Sheet1!$A$2:$A$6</c:f>
              <c:strCache>
                <c:ptCount val="5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2600</c:v>
                </c:pt>
                <c:pt idx="1">
                  <c:v>3100</c:v>
                </c:pt>
                <c:pt idx="2">
                  <c:v>2400</c:v>
                </c:pt>
                <c:pt idx="3">
                  <c:v>3300</c:v>
                </c:pt>
                <c:pt idx="4">
                  <c:v>3500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D8D4C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D8D4C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88920"/>
            <a:ext cx="2743200" cy="91440"/>
          </a:xfrm>
          <a:prstGeom prst="rect">
            <a:avLst/>
          </a:prstGeom>
          <a:solidFill>
            <a:srgbClr val="E7C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E7C66B"/>
                </a:solidFill>
                <a:latin typeface="Calibri"/>
              </a:rPr>
              <a:t>Studio Year in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632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D8D4CC"/>
                </a:solidFill>
                <a:latin typeface="Calibri"/>
              </a:rPr>
              <a:t>October 2025 to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D7A72"/>
                </a:solidFill>
                <a:latin typeface="Calibri"/>
              </a:rPr>
              <a:t>Laura Creates Studio LLC</a:t>
            </a:r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7C66B"/>
                </a:solidFill>
                <a:latin typeface="Calibri"/>
              </a:rPr>
              <a:t>Headline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11680"/>
            <a:ext cx="3291840" cy="2377440"/>
          </a:xfrm>
          <a:prstGeom prst="roundRect">
            <a:avLst/>
          </a:prstGeom>
          <a:solidFill>
            <a:srgbClr val="2A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3291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E7C66B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8D4CC"/>
                </a:solidFill>
                <a:latin typeface="Calibri"/>
              </a:rPr>
              <a:t>active clients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011680"/>
            <a:ext cx="3291840" cy="2377440"/>
          </a:xfrm>
          <a:prstGeom prst="roundRect">
            <a:avLst/>
          </a:prstGeom>
          <a:solidFill>
            <a:srgbClr val="2A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2377440"/>
            <a:ext cx="3291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E7C66B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47472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8D4CC"/>
                </a:solidFill>
                <a:latin typeface="Calibri"/>
              </a:rPr>
              <a:t>lettering bookings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011680"/>
            <a:ext cx="3291840" cy="2377440"/>
          </a:xfrm>
          <a:prstGeom prst="roundRect">
            <a:avLst/>
          </a:prstGeom>
          <a:solidFill>
            <a:srgbClr val="2A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377440"/>
            <a:ext cx="3291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E7C66B"/>
                </a:solidFill>
                <a:latin typeface="Calibri"/>
              </a:rPr>
              <a:t>5,200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47472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8D4CC"/>
                </a:solidFill>
                <a:latin typeface="Calibri"/>
              </a:rPr>
              <a:t>followers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D7A72"/>
                </a:solidFill>
                <a:latin typeface="Calibri"/>
              </a:rPr>
              <a:t>Laura Creates Studio LLC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7C66B"/>
                </a:solidFill>
                <a:latin typeface="Calibri"/>
              </a:rPr>
              <a:t>Monthly Studio Income (USD)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554480"/>
          <a:ext cx="105156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D7A72"/>
                </a:solidFill>
                <a:latin typeface="Calibri"/>
              </a:rPr>
              <a:t>Laura Creates Studio LLC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7C66B"/>
                </a:solidFill>
                <a:latin typeface="Calibri"/>
              </a:rPr>
              <a:t>Income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b="1">
                <a:solidFill>
                  <a:srgbClr val="E7C66B"/>
                </a:solidFill>
                <a:latin typeface="Calibri"/>
              </a:rPr>
              <a:t>•  </a:t>
            </a:r>
            <a:r>
              <a:rPr sz="2400">
                <a:solidFill>
                  <a:srgbClr val="D8D4CC"/>
                </a:solidFill>
                <a:latin typeface="Calibri"/>
              </a:rPr>
              <a:t>Brand and identity work, about sixty percent</a:t>
            </a:r>
          </a:p>
          <a:p>
            <a:pPr>
              <a:spcAft>
                <a:spcPts val="1200"/>
              </a:spcAft>
            </a:pPr>
            <a:r>
              <a:rPr sz="2400" b="1">
                <a:solidFill>
                  <a:srgbClr val="E7C66B"/>
                </a:solidFill>
                <a:latin typeface="Calibri"/>
              </a:rPr>
              <a:t>•  </a:t>
            </a:r>
            <a:r>
              <a:rPr sz="2400">
                <a:solidFill>
                  <a:srgbClr val="D8D4CC"/>
                </a:solidFill>
                <a:latin typeface="Calibri"/>
              </a:rPr>
              <a:t>Lettering and events, about twenty five percent</a:t>
            </a:r>
          </a:p>
          <a:p>
            <a:pPr>
              <a:spcAft>
                <a:spcPts val="1200"/>
              </a:spcAft>
            </a:pPr>
            <a:r>
              <a:rPr sz="2400" b="1">
                <a:solidFill>
                  <a:srgbClr val="E7C66B"/>
                </a:solidFill>
                <a:latin typeface="Calibri"/>
              </a:rPr>
              <a:t>•  </a:t>
            </a:r>
            <a:r>
              <a:rPr sz="2400">
                <a:solidFill>
                  <a:srgbClr val="D8D4CC"/>
                </a:solidFill>
                <a:latin typeface="Calibri"/>
              </a:rPr>
              <a:t>Workshops, about fifteen percent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D7A72"/>
                </a:solidFill>
                <a:latin typeface="Calibri"/>
              </a:rPr>
              <a:t>Laura Creates Studio LLC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C6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C1C1E"/>
                </a:solidFill>
                <a:latin typeface="Calibri"/>
              </a:rPr>
              <a:t>Into the next year.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6576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D"/>
                </a:solidFill>
                <a:latin typeface="Calibri"/>
              </a:rPr>
              <a:t>Steadier retainers, a bolder portfolio, the same careful hand.</a:t>
            </a:r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2026-02-15T12:00:00Z</dcterms:created>
  <dcterms:modified xsi:type="dcterms:W3CDTF">2026-02-15T12:00:00Z</dcterms:modified>
  <cp:category/>
</cp:coreProperties>
</file>