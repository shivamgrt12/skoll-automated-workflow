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554480"/>
            <a:ext cx="128016" cy="2103120"/>
          </a:xfrm>
          <a:prstGeom prst="rect">
            <a:avLst/>
          </a:prstGeom>
          <a:solidFill>
            <a:srgbClr val="C9A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7373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200" b="1">
                <a:solidFill>
                  <a:srgbClr val="8F5D5A"/>
                </a:solidFill>
                <a:latin typeface="Georgia"/>
              </a:rPr>
              <a:t>Hand-Lettering for Your Day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3A3033"/>
                </a:solidFill>
                <a:latin typeface="Calibri"/>
              </a:rPr>
              <a:t>Bridal and event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3832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14E"/>
                </a:solidFill>
                <a:latin typeface="Calibri"/>
              </a:rPr>
              <a:t>Laura Creates Lettering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E8A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F5D5A"/>
                </a:solidFill>
                <a:latin typeface="Georgia"/>
              </a:rPr>
              <a:t>Signature Pieces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463040" cy="64008"/>
          </a:xfrm>
          <a:prstGeom prst="rect">
            <a:avLst/>
          </a:prstGeom>
          <a:solidFill>
            <a:srgbClr val="C9A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Welcome boards in white gouache on reclaimed wood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Place cards, hand-lettered and sorted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Table numbers and matching menu cards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Event signage matched to your colors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E8A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F5D5A"/>
                </a:solidFill>
                <a:latin typeface="Georgia"/>
              </a:rPr>
              <a:t>A Wedding Package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777240"/>
          </a:xfrm>
          <a:prstGeom prst="roundRect">
            <a:avLst/>
          </a:prstGeom>
          <a:solidFill>
            <a:srgbClr val="F3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A3033"/>
                </a:solidFill>
                <a:latin typeface="Calibri"/>
              </a:rPr>
              <a:t>Welcome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>
                <a:solidFill>
                  <a:srgbClr val="8F5D5A"/>
                </a:solidFill>
                <a:latin typeface="Calibri"/>
              </a:rPr>
              <a:t>$150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0332720" cy="777240"/>
          </a:xfrm>
          <a:prstGeom prst="roundRect">
            <a:avLst/>
          </a:prstGeom>
          <a:solidFill>
            <a:srgbClr val="F3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A3033"/>
                </a:solidFill>
                <a:latin typeface="Calibri"/>
              </a:rPr>
              <a:t>Table numbers, one to fifteen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74320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>
                <a:solidFill>
                  <a:srgbClr val="8F5D5A"/>
                </a:solidFill>
                <a:latin typeface="Calibri"/>
              </a:rPr>
              <a:t>$100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0332720" cy="777240"/>
          </a:xfrm>
          <a:prstGeom prst="roundRect">
            <a:avLst/>
          </a:prstGeom>
          <a:solidFill>
            <a:srgbClr val="F3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A3033"/>
                </a:solidFill>
                <a:latin typeface="Calibri"/>
              </a:rPr>
              <a:t>Place cards, one hundred fifty guests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65760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>
                <a:solidFill>
                  <a:srgbClr val="8F5D5A"/>
                </a:solidFill>
                <a:latin typeface="Calibri"/>
              </a:rPr>
              <a:t>$150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8F5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CF6F4"/>
                </a:solidFill>
                <a:latin typeface="Calibri"/>
              </a:rPr>
              <a:t>Total event lettering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57200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>
                <a:solidFill>
                  <a:srgbClr val="FCF6F4"/>
                </a:solidFill>
                <a:latin typeface="Calibri"/>
              </a:rPr>
              <a:t>$400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E8A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F5D5A"/>
                </a:solidFill>
                <a:latin typeface="Georgia"/>
              </a:rPr>
              <a:t>How Booking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463040" cy="64008"/>
          </a:xfrm>
          <a:prstGeom prst="rect">
            <a:avLst/>
          </a:prstGeom>
          <a:solidFill>
            <a:srgbClr val="C9A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A fifty percent deposit holds your date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The balance is due two weeks before the event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Proofs are shared before anything is lettered final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9A14E"/>
                </a:solidFill>
                <a:latin typeface="Calibri"/>
              </a:rPr>
              <a:t>•  </a:t>
            </a:r>
            <a:r>
              <a:rPr sz="2200">
                <a:solidFill>
                  <a:srgbClr val="3A3033"/>
                </a:solidFill>
                <a:latin typeface="Calibri"/>
              </a:rPr>
              <a:t>Setup is offered within the Detroit metro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E8A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F5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CF6F4"/>
                </a:solidFill>
                <a:latin typeface="Georgia"/>
              </a:rPr>
              <a:t>Let us begin.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E0DB"/>
                </a:solidFill>
                <a:latin typeface="Calibri"/>
              </a:rPr>
              <a:t>@lauracreates.lettering   |   lauracreates.studio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2026-02-15T12:00:00Z</dcterms:created>
  <dcterms:modified xsi:type="dcterms:W3CDTF">2026-02-15T12:00:00Z</dcterms:modified>
  <cp:category/>
</cp:coreProperties>
</file>