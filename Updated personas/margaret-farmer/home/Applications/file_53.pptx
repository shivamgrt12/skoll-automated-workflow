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 to 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 to 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>
                <a:solidFill>
                  <a:srgbClr val="FFFFFF"/>
                </a:solidFill>
              </a:defRPr>
            </a:pPr>
            <a:r>
              <a:t>Museum Vessel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D0D0D0"/>
                </a:solidFill>
              </a:defRPr>
            </a:pPr>
            <a:r>
              <a:t>Kyoto Craft Association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943600"/>
            <a:ext cx="3657600" cy="18288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Commission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Three large vessels for the permanent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Reflecting Kyoto's traditional craft heritage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Modern interpretations of classic forms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Design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Vessel A: Tall cylindrical form, natural 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Vessel B: Wide basin, carved exterior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Vessel C: Asymmetrical jar, celadon interior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Material Sourcing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Local Shigaraki clay body blend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Pine and cedar ash collected from Kitayama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Preparation spans several weeks in late 2025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2C2C2C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2743200" cy="91440"/>
          </a:xfrm>
          <a:prstGeom prst="rect">
            <a:avLst/>
          </a:prstGeom>
          <a:solidFill>
            <a:srgbClr val="8A79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0" y="457200"/>
            <a:ext cx="731520" cy="731520"/>
          </a:xfrm>
          <a:prstGeom prst="ellipse">
            <a:avLst/>
          </a:prstGeom>
          <a:solidFill>
            <a:srgbClr val="5E6B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Prototype testing in the gas reduction kiln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Review meeting with curator Tomomi Ishida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1887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Final execution planned for early 2026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Publisher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Publisher Yi Baiti"/>
        <a:font script="Tibt" typeface="Publisher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Publisher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Publisher Macintosh SlidesAppp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presentation</dc:description>
  <cp:lastModifiedBy>Margaret Farmer</cp:lastModifiedBy>
  <cp:revision>1</cp:revision>
  <dcterms:created xsi:type="dcterms:W3CDTF">2026-02-15T12:00:00Z</dcterms:created>
  <dcterms:modified xsi:type="dcterms:W3CDTF">2026-02-15T12:00:00Z</dcterms:modified>
  <cp:category/>
</cp:coreProperties>
</file>