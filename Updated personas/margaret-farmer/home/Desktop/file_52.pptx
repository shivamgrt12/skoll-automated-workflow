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 to 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 to 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40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828800" y="27432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>
                <a:solidFill>
                  <a:srgbClr val="FFFFFF"/>
                </a:solidFill>
              </a:defRPr>
            </a:pPr>
            <a:r>
              <a:t>Kiln Firing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5720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D0D0D0"/>
                </a:solidFill>
              </a:defRPr>
            </a:pPr>
            <a:r>
              <a:t>Kyoto Craft Association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5943600"/>
            <a:ext cx="3657600" cy="182880"/>
          </a:xfrm>
          <a:prstGeom prst="rect">
            <a:avLst/>
          </a:prstGeom>
          <a:solidFill>
            <a:srgbClr val="8A796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E7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2C2C2C"/>
                </a:solidFill>
              </a:defRPr>
            </a:pPr>
            <a:r>
              <a:t>Firing Summary F-25-11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463040"/>
            <a:ext cx="2743200" cy="91440"/>
          </a:xfrm>
          <a:prstGeom prst="rect">
            <a:avLst/>
          </a:prstGeom>
          <a:solidFill>
            <a:srgbClr val="8A796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258800" y="457200"/>
            <a:ext cx="731520" cy="731520"/>
          </a:xfrm>
          <a:prstGeom prst="ellipse">
            <a:avLst/>
          </a:prstGeom>
          <a:solidFill>
            <a:srgbClr val="5E6B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286000"/>
            <a:ext cx="11887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Gas reduction kiln at Higashiyama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657600"/>
            <a:ext cx="11887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Three-day cycle including slow cooling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029200"/>
            <a:ext cx="11887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Targeted cone 10 reduction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E7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2C2C2C"/>
                </a:solidFill>
              </a:defRPr>
            </a:pPr>
            <a:r>
              <a:t>Temperature Notes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463040"/>
            <a:ext cx="2743200" cy="91440"/>
          </a:xfrm>
          <a:prstGeom prst="rect">
            <a:avLst/>
          </a:prstGeom>
          <a:solidFill>
            <a:srgbClr val="8A796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258800" y="457200"/>
            <a:ext cx="731520" cy="731520"/>
          </a:xfrm>
          <a:prstGeom prst="ellipse">
            <a:avLst/>
          </a:prstGeom>
          <a:solidFill>
            <a:srgbClr val="5E6B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286000"/>
            <a:ext cx="11887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Even climb to 1080C, then heavy stoking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657600"/>
            <a:ext cx="11887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Back left corner reached cone 9 comfortably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029200"/>
            <a:ext cx="11887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Hold for 30 minutes to develop ash surface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E7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2C2C2C"/>
                </a:solidFill>
              </a:defRPr>
            </a:pPr>
            <a:r>
              <a:t>Glaze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463040"/>
            <a:ext cx="2743200" cy="91440"/>
          </a:xfrm>
          <a:prstGeom prst="rect">
            <a:avLst/>
          </a:prstGeom>
          <a:solidFill>
            <a:srgbClr val="8A796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258800" y="457200"/>
            <a:ext cx="731520" cy="731520"/>
          </a:xfrm>
          <a:prstGeom prst="ellipse">
            <a:avLst/>
          </a:prstGeom>
          <a:solidFill>
            <a:srgbClr val="5E6B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286000"/>
            <a:ext cx="11887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Celadon pieces showed excellent clarity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657600"/>
            <a:ext cx="11887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Some pooling on the large platters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029200"/>
            <a:ext cx="11887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Tenmoku achieved deep, rich black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E7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2C2C2C"/>
                </a:solidFill>
              </a:defRPr>
            </a:pPr>
            <a:r>
              <a:t>Maintenance Items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463040"/>
            <a:ext cx="2743200" cy="91440"/>
          </a:xfrm>
          <a:prstGeom prst="rect">
            <a:avLst/>
          </a:prstGeom>
          <a:solidFill>
            <a:srgbClr val="8A796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258800" y="457200"/>
            <a:ext cx="731520" cy="731520"/>
          </a:xfrm>
          <a:prstGeom prst="ellipse">
            <a:avLst/>
          </a:prstGeom>
          <a:solidFill>
            <a:srgbClr val="5E6B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286000"/>
            <a:ext cx="11887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One cracked bisque shelf needs replacement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657600"/>
            <a:ext cx="11887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Burner ports cleaned post-firing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029200"/>
            <a:ext cx="11887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Thermocouple readings remain within tolerance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Publisher Yi Baiti"/>
        <a:font script="Tibt" typeface="Publisher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Publisher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Publisher Yi Baiti"/>
        <a:font script="Tibt" typeface="Publisher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Publisher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Publisher Macintosh SlidesAppp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presentation</dc:description>
  <cp:lastModifiedBy>Margaret Farmer</cp:lastModifiedBy>
  <cp:revision>1</cp:revision>
  <dcterms:created xsi:type="dcterms:W3CDTF">2026-02-15T12:00:00Z</dcterms:created>
  <dcterms:modified xsi:type="dcterms:W3CDTF">2026-02-15T12:00:00Z</dcterms:modified>
  <cp:category/>
</cp:coreProperties>
</file>