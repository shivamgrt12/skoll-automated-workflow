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 to 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 to 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4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828800" y="27432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>
                <a:solidFill>
                  <a:srgbClr val="FFFFFF"/>
                </a:solidFill>
              </a:defRPr>
            </a:pPr>
            <a:r>
              <a:t>Seasonal Table Exhibition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D0D0D0"/>
                </a:solidFill>
              </a:defRPr>
            </a:pPr>
            <a:r>
              <a:t>Kyoto Craft Association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5943600"/>
            <a:ext cx="3657600" cy="182880"/>
          </a:xfrm>
          <a:prstGeom prst="rect">
            <a:avLst/>
          </a:prstGeom>
          <a:solidFill>
            <a:srgbClr val="8A796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7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2C2C2C"/>
                </a:solidFill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2743200" cy="91440"/>
          </a:xfrm>
          <a:prstGeom prst="rect">
            <a:avLst/>
          </a:prstGeom>
          <a:solidFill>
            <a:srgbClr val="8A796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258800" y="457200"/>
            <a:ext cx="731520" cy="731520"/>
          </a:xfrm>
          <a:prstGeom prst="ellipse">
            <a:avLst/>
          </a:prstGeom>
          <a:solidFill>
            <a:srgbClr val="5E6B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Focus on functional tableware collections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6576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30 pieces total for the upcoming solo exhibition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Timeline aligns with February 2026 studio goals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7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2C2C2C"/>
                </a:solidFill>
              </a:defRPr>
            </a:pPr>
            <a:r>
              <a:t>Form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2743200" cy="91440"/>
          </a:xfrm>
          <a:prstGeom prst="rect">
            <a:avLst/>
          </a:prstGeom>
          <a:solidFill>
            <a:srgbClr val="8A796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258800" y="457200"/>
            <a:ext cx="731520" cy="731520"/>
          </a:xfrm>
          <a:prstGeom prst="ellipse">
            <a:avLst/>
          </a:prstGeom>
          <a:solidFill>
            <a:srgbClr val="5E6B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Wheel-thrown bowls and plates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6576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Hand-built platters for organic shapes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Consistent foot rings for stacking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7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2C2C2C"/>
                </a:solidFill>
              </a:defRPr>
            </a:pPr>
            <a:r>
              <a:t>Glaze Palette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2743200" cy="91440"/>
          </a:xfrm>
          <a:prstGeom prst="rect">
            <a:avLst/>
          </a:prstGeom>
          <a:solidFill>
            <a:srgbClr val="8A796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258800" y="457200"/>
            <a:ext cx="731520" cy="731520"/>
          </a:xfrm>
          <a:prstGeom prst="ellipse">
            <a:avLst/>
          </a:prstGeom>
          <a:solidFill>
            <a:srgbClr val="5E6B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Wood-ash natural glazes from local 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6576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Ash celadon for interior surfaces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Tenmoku for contrast on select pieces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7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2C2C2C"/>
                </a:solidFill>
              </a:defRPr>
            </a:pPr>
            <a:r>
              <a:t>Firing Schedule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2743200" cy="91440"/>
          </a:xfrm>
          <a:prstGeom prst="rect">
            <a:avLst/>
          </a:prstGeom>
          <a:solidFill>
            <a:srgbClr val="8A796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258800" y="457200"/>
            <a:ext cx="731520" cy="731520"/>
          </a:xfrm>
          <a:prstGeom prst="ellipse">
            <a:avLst/>
          </a:prstGeom>
          <a:solidFill>
            <a:srgbClr val="5E6B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Gas reduction kiln cycles in early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6576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Coordination with Higashiyama Craft Collective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Final selection by end of February 2026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Publisher Yi Baiti"/>
        <a:font script="Tibt" typeface="Publisher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Publisher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Publisher Yi Baiti"/>
        <a:font script="Tibt" typeface="Publisher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Publisher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Publisher Macintosh SlidesAppp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presentation</dc:description>
  <cp:lastModifiedBy>Margaret Farmer</cp:lastModifiedBy>
  <cp:revision>1</cp:revision>
  <dcterms:created xsi:type="dcterms:W3CDTF">2026-02-15T12:00:00Z</dcterms:created>
  <dcterms:modified xsi:type="dcterms:W3CDTF">2026-02-15T12:00:00Z</dcterms:modified>
  <cp:category/>
</cp:coreProperties>
</file>