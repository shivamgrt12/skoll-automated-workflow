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233"/>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0A2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EBB94A"/>
                </a:solidFill>
                <a:latin typeface="Calibri"/>
              </a:rPr>
              <a:t>WRIGHT FAMILY, OUTER BANKS</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OBX Family Week 2027</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E6F0F4"/>
                </a:solidFill>
                <a:latin typeface="Calibri"/>
              </a:rPr>
              <a:t>Early planning for next summer's Nags Head week, booked well ahead</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86AEBD"/>
                </a:solidFill>
                <a:latin typeface="Calibri"/>
              </a:rPr>
              <a:t>Nate Wright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2233"/>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A2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Shape of the trip</a:t>
            </a:r>
          </a:p>
        </p:txBody>
      </p:sp>
      <p:sp>
        <p:nvSpPr>
          <p:cNvPr id="7" name="Rectangle 6"/>
          <p:cNvSpPr/>
          <p:nvPr/>
        </p:nvSpPr>
        <p:spPr>
          <a:xfrm>
            <a:off x="502920" y="160020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A2C40"/>
                </a:solidFill>
                <a:latin typeface="Calibri"/>
              </a:rPr>
              <a:t>When and where</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6F0F4"/>
                </a:solidFill>
                <a:latin typeface="Calibri"/>
              </a:rPr>
              <a:t>Seven nights, Saturday to Saturday, in the first half of August 2027. Nags Head area again, oceanside if the budget holds, with room for Marie to join for part of the week.</a:t>
            </a:r>
          </a:p>
        </p:txBody>
      </p:sp>
      <p:sp>
        <p:nvSpPr>
          <p:cNvPr id="11" name="Rectangle 10"/>
          <p:cNvSpPr/>
          <p:nvPr/>
        </p:nvSpPr>
        <p:spPr>
          <a:xfrm>
            <a:off x="502920" y="323088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A2C40"/>
                </a:solidFill>
                <a:latin typeface="Calibri"/>
              </a:rPr>
              <a:t>Who travels</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6F0F4"/>
                </a:solidFill>
                <a:latin typeface="Calibri"/>
              </a:rPr>
              <a:t>Nate, Nicole, Nolan, and Chloe drive down rather than fly, splitting the drive with an overnight halfway. Marie comes over from Bridgeport for the days she can manage.</a:t>
            </a:r>
          </a:p>
        </p:txBody>
      </p:sp>
      <p:sp>
        <p:nvSpPr>
          <p:cNvPr id="15" name="Rectangle 14"/>
          <p:cNvSpPr/>
          <p:nvPr/>
        </p:nvSpPr>
        <p:spPr>
          <a:xfrm>
            <a:off x="502920" y="486156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A2C40"/>
                </a:solidFill>
                <a:latin typeface="Calibri"/>
              </a:rPr>
              <a:t>The format that worked</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6F0F4"/>
                </a:solidFill>
                <a:latin typeface="Calibri"/>
              </a:rPr>
              <a:t>This past year's house worked well, so the plan repeats the format: one rental, a loose itinerary, beach mornings, and a packing and grocery list carried over from last year's trip board.</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2233"/>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A2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Booking the rental</a:t>
            </a:r>
          </a:p>
        </p:txBody>
      </p:sp>
      <p:sp>
        <p:nvSpPr>
          <p:cNvPr id="7" name="Rectangle 6"/>
          <p:cNvSpPr/>
          <p:nvPr/>
        </p:nvSpPr>
        <p:spPr>
          <a:xfrm>
            <a:off x="502920" y="160020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A2C40"/>
                </a:solidFill>
                <a:latin typeface="Calibri"/>
              </a:rPr>
              <a:t>Compare the right number</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6F0F4"/>
                </a:solidFill>
                <a:latin typeface="Calibri"/>
              </a:rPr>
              <a:t>Shortlist three rentals on the trip board and compare the nightly rate against the all-in total including the cleaning fee and the deposit. The nightly rate is never quoted as if it were the total.</a:t>
            </a:r>
          </a:p>
        </p:txBody>
      </p:sp>
      <p:sp>
        <p:nvSpPr>
          <p:cNvPr id="11" name="Rectangle 10"/>
          <p:cNvSpPr/>
          <p:nvPr/>
        </p:nvSpPr>
        <p:spPr>
          <a:xfrm>
            <a:off x="502920" y="323088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A2C40"/>
                </a:solidFill>
                <a:latin typeface="Calibri"/>
              </a:rPr>
              <a:t>Confirm in writing</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6F0F4"/>
                </a:solidFill>
                <a:latin typeface="Calibri"/>
              </a:rPr>
              <a:t>Confirm the deposit amount and the check-in time in writing before paying anything. Any deposit and any travel booking stays off auto-pilot and waits for an explicit yes.</a:t>
            </a:r>
          </a:p>
        </p:txBody>
      </p:sp>
      <p:sp>
        <p:nvSpPr>
          <p:cNvPr id="15" name="Rectangle 14"/>
          <p:cNvSpPr/>
          <p:nvPr/>
        </p:nvSpPr>
        <p:spPr>
          <a:xfrm>
            <a:off x="502920" y="486156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A2C40"/>
                </a:solidFill>
                <a:latin typeface="Calibri"/>
              </a:rPr>
              <a:t>Nicole is the second principal</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6F0F4"/>
                </a:solidFill>
                <a:latin typeface="Calibri"/>
              </a:rPr>
              <a:t>All travel and any deposit needs confirmation before it is committed. The rough budget envelope gets set with Nicole at a monthly financial review, not decided alone.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2233"/>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A2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Time off and timing</a:t>
            </a:r>
          </a:p>
        </p:txBody>
      </p:sp>
      <p:sp>
        <p:nvSpPr>
          <p:cNvPr id="7" name="Rectangle 6"/>
          <p:cNvSpPr/>
          <p:nvPr/>
        </p:nvSpPr>
        <p:spPr>
          <a:xfrm>
            <a:off x="502920" y="160020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A2C40"/>
                </a:solidFill>
                <a:latin typeface="Calibri"/>
              </a:rPr>
              <a:t>Block the PTO</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6F0F4"/>
                </a:solidFill>
                <a:latin typeface="Calibri"/>
              </a:rPr>
              <a:t>Block six PTO days once the dates are firm, checked against the shift rotation and the one on-call weekend a month. The bank has six days carried over, so the count gets confirmed before the hold becomes a booking.</a:t>
            </a:r>
          </a:p>
        </p:txBody>
      </p:sp>
      <p:sp>
        <p:nvSpPr>
          <p:cNvPr id="11" name="Rectangle 10"/>
          <p:cNvSpPr/>
          <p:nvPr/>
        </p:nvSpPr>
        <p:spPr>
          <a:xfrm>
            <a:off x="502920" y="323088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A2C40"/>
                </a:solidFill>
                <a:latin typeface="Calibri"/>
              </a:rPr>
              <a:t>Avoid the collisions</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6F0F4"/>
                </a:solidFill>
                <a:latin typeface="Calibri"/>
              </a:rPr>
              <a:t>Check the week against Nolan's late-summer soccer pre-season and any campus-tour dates from the autumn shortlist, so the trip does not land on top of a fixed commitment.</a:t>
            </a:r>
          </a:p>
        </p:txBody>
      </p:sp>
      <p:sp>
        <p:nvSpPr>
          <p:cNvPr id="15" name="Rectangle 14"/>
          <p:cNvSpPr/>
          <p:nvPr/>
        </p:nvSpPr>
        <p:spPr>
          <a:xfrm>
            <a:off x="502920" y="486156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EBB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A2C40"/>
                </a:solidFill>
                <a:latin typeface="Calibri"/>
              </a:rPr>
              <a:t>Drive plan</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6F0F4"/>
                </a:solidFill>
                <a:latin typeface="Calibri"/>
              </a:rPr>
              <a:t>Map the route with the overnight halfway booked the same week as the rental. Confirm a pet-free, early-start departure to keep the first driving day comfortable.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2233"/>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A2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Budget and packing</a:t>
            </a:r>
          </a:p>
        </p:txBody>
      </p:sp>
      <p:sp>
        <p:nvSpPr>
          <p:cNvPr id="7" name="Rectangle 6"/>
          <p:cNvSpPr/>
          <p:nvPr/>
        </p:nvSpPr>
        <p:spPr>
          <a:xfrm>
            <a:off x="502920" y="160020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A2C40"/>
                </a:solidFill>
                <a:latin typeface="Calibri"/>
              </a:rPr>
              <a:t>Set the envelope</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6F0F4"/>
                </a:solidFill>
                <a:latin typeface="Calibri"/>
              </a:rPr>
              <a:t>Rough budget covers the rental all-in, fuel and the overnight, groceries for the week, and a small eat-out allowance. The deposit gets surfaced as its own line, separate from the weekly total.</a:t>
            </a:r>
          </a:p>
        </p:txBody>
      </p:sp>
      <p:sp>
        <p:nvSpPr>
          <p:cNvPr id="11" name="Rectangle 10"/>
          <p:cNvSpPr/>
          <p:nvPr/>
        </p:nvSpPr>
        <p:spPr>
          <a:xfrm>
            <a:off x="502920" y="323088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A2C40"/>
                </a:solidFill>
                <a:latin typeface="Calibri"/>
              </a:rPr>
              <a:t>Fund it cleanly</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6F0F4"/>
                </a:solidFill>
                <a:latin typeface="Calibri"/>
              </a:rPr>
              <a:t>Fund the deposit from the household flow once the emergency fund has reached its 40,000 dollar target, so the trip never pulls the savings back below the line.</a:t>
            </a:r>
          </a:p>
        </p:txBody>
      </p:sp>
      <p:sp>
        <p:nvSpPr>
          <p:cNvPr id="15" name="Rectangle 14"/>
          <p:cNvSpPr/>
          <p:nvPr/>
        </p:nvSpPr>
        <p:spPr>
          <a:xfrm>
            <a:off x="502920" y="4861560"/>
            <a:ext cx="11155680" cy="1447800"/>
          </a:xfrm>
          <a:prstGeom prst="rect">
            <a:avLst/>
          </a:prstGeom>
          <a:solidFill>
            <a:srgbClr val="123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3FB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A2C40"/>
                </a:solidFill>
                <a:latin typeface="Calibri"/>
              </a:rPr>
              <a:t>Carry the list over</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6F0F4"/>
                </a:solidFill>
                <a:latin typeface="Calibri"/>
              </a:rPr>
              <a:t>Reuse last year's packing list and grocery plan from the trip board. Books always get overpacked, which is the one part of the list that never needs editing.</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OBX Family Week 2027</dc:title>
  <dc:subject/>
  <dc:creator>Nate Wright</dc:creator>
  <cp:keywords/>
  <dc:description>generated using </dc:description>
  <cp:lastModifiedBy>Nate Wright</cp:lastModifiedBy>
  <cp:revision>1</cp:revision>
  <dcterms:created xsi:type="dcterms:W3CDTF">2026-10-21T20:00:00Z</dcterms:created>
  <dcterms:modified xsi:type="dcterms:W3CDTF">2026-10-21T20:00:00Z</dcterms:modified>
  <cp:category/>
</cp:coreProperties>
</file>