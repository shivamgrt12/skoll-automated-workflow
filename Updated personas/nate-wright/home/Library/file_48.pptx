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0B2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3108960"/>
            <a:ext cx="2743200" cy="2743200"/>
          </a:xfrm>
          <a:prstGeom prst="ellipse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5120640"/>
            <a:ext cx="1463040" cy="1463040"/>
          </a:xfrm>
          <a:prstGeom prst="ellipse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5B5A8"/>
                </a:solidFill>
                <a:latin typeface="Calibri"/>
              </a:rPr>
              <a:t>HARBORVIEW REGIONAL, EMERGENCY 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Chest-Pain Triage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CE9EC"/>
                </a:solidFill>
                <a:latin typeface="Calibri"/>
              </a:rPr>
              <a:t>Rollout plan and stage gates toward the Q1 2027 go-live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FA3AB"/>
                </a:solidFill>
                <a:latin typeface="Calibri"/>
              </a:rPr>
              <a:t>Nate Wright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this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The problem we are closing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Front-door assessment of adult chest pain varies between shifts at a 320-bed Level II trauma centre. The aim is one repeatable pathway so a 12-lead EKG and risk score happen inside a defined window every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Owner: Nate Wright, PA-C. Sponsor: Dr. Karen Ashworth, ED department head. Clinical input: Dr. Phil Engstrom. Nursing in-service led with Becca Solis, the charge nurse on the usual shifts.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What good looks like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Shorter door-to-decision time, less variation between the day and night teams, and a clean 90-day audit baseline that the two precepting students can help present at the cohort review.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decision tree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Identify at arrival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Triage nurse flags chest pain or an anginal equivalent on arrival. Immediate vitals, then a 12-lead EKG ordered to the agreed time-to-EKG target. The exact threshold is being finalised with Dr. Engstrom and is not quoted from any older draft.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Read and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Provider reads the EKG. A STEMI activates the cath-lab line directly. A non-STEMI moves to a structured risk score, a troponin draw, and disposition guidance written into the order 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Safe discharge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A low-risk discharge carries a documented safety-net note and a follow-up plan, so nothing leaves the department without a written next step.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Stage gates to go-live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October to November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Finalise the triage decision tree and lock the time-to-EKG target. Circulate the final draft for attending sign-off, then run the nursing in-service sessions and a dry-run on three simulated arrivals.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December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IT build of the order set, the smartphrase, and the audit dashboard. Content changes freeze by mid-December so the build is stable before the soft launch.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35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January to February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Soft launch on day shift only with daily huddle debriefs for two weeks, then full rollout across all shifts and the start of the 90-day audit.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Open items and discipline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Confirm the number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Lock the final time-to-EKG threshold with Dr. Engstrom before any deck is printed. The clinical numbers carry real weight, so precision matters more than speed and no figure ships from an older draft.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Keep the tools in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The milestone row in the project tracker and the task board must stay in step with the working file. When a value changes, update the live picture and flag it next time it is relevant rather than overwriting quietly.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12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D38"/>
                </a:solidFill>
                <a:latin typeface="Calibri"/>
              </a:rPr>
              <a:t>Teaching scaffold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9EC"/>
                </a:solidFill>
                <a:latin typeface="Calibri"/>
              </a:rPr>
              <a:t>Decide whether the precepting students present the audit baseline at the December cohort review. The protocol doubles as the EKG-reading teaching frame for the visiting rotation.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Studio Theme">
  <a:themeElements>
    <a:clrScheme name="Stud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ud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Studio    Yi Baiti"/>
        <a:font script="Tibt" typeface="Studio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Studio   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Studio    Yi Baiti"/>
        <a:font script="Tibt" typeface="Studio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Studio    Uighur"/>
        <a:font script="Geor" typeface="Sylfaen"/>
      </a:minorFont>
    </a:fontScheme>
    <a:fmtScheme name="Stud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Document Editor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Studio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Chest-Pain Triage Protocol</dc:title>
  <dc:subject/>
  <dc:creator>Nate Wright</dc:creator>
  <cp:keywords/>
  <dc:description>generated using </dc:description>
  <cp:lastModifiedBy>Nate Wright</cp:lastModifiedBy>
  <cp:revision>1</cp:revision>
  <dcterms:created xsi:type="dcterms:W3CDTF">2026-10-14T09:00:00Z</dcterms:created>
  <dcterms:modified xsi:type="dcterms:W3CDTF">2026-10-14T09:00:00Z</dcterms:modified>
  <cp:category/>
</cp:coreProperties>
</file>