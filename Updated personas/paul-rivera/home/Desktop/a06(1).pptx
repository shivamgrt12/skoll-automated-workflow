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80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Scottsdale Scramble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F0C8"/>
                </a:solidFill>
              </a:defRPr>
            </a:pPr>
            <a:r>
              <a:t>Annual Charity Tournament</a:t>
            </a:r>
          </a:p>
          <a:p>
            <a:r>
              <a:t>Organized by Paul Rivera &amp; Tom Hadley</a:t>
            </a:r>
          </a:p>
        </p:txBody>
      </p:sp>
    </p:spTree>
  </p:cSld>
  <p:transition spd="med">
    <p:wip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5803D"/>
                </a:solidFill>
              </a:defRPr>
            </a:pPr>
            <a:r>
              <a:t>Tournament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0000"/>
                </a:solidFill>
              </a:defRPr>
            </a:pPr>
            <a:r>
              <a:t>Format: 4-Man Scramble (Best Ball)</a:t>
            </a:r>
          </a:p>
          <a:p>
            <a:pPr>
              <a:defRPr sz="2400"/>
            </a:pPr>
            <a:r>
              <a:t>Flights will be adjusted by team handicap average.</a:t>
            </a:r>
          </a:p>
          <a:p>
            <a:pPr>
              <a:defRPr sz="2400" b="1">
                <a:solidFill>
                  <a:srgbClr val="15803D"/>
                </a:solidFill>
              </a:defRPr>
            </a:pPr>
            <a:r>
              <a:t>All proceeds go to the Aviation Heritage Museum.</a:t>
            </a:r>
          </a:p>
        </p:txBody>
      </p:sp>
    </p:spTree>
  </p:cSld>
  <p:transition spd="med">
    <p:push dir="u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