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Golden Age of Jet Travel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From Constellations to the 777</a:t>
            </a:r>
          </a:p>
          <a:p>
            <a:r>
              <a:t>Presented by Paul Rivera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Cockpit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323232"/>
                </a:solidFill>
              </a:defRPr>
            </a:pPr>
            <a:r>
              <a:t>The Transition from Steam Gauges to Glass:</a:t>
            </a:r>
          </a:p>
          <a:p>
            <a:pPr lvl="1"/>
            <a:r>
              <a:t>1. Analog 'steam gauges' required intense manual scan.</a:t>
            </a:r>
          </a:p>
          <a:p>
            <a:pPr lvl="1"/>
            <a:r>
              <a:t>2. Early EFIS displays simplified the horizon.</a:t>
            </a:r>
          </a:p>
          <a:p>
            <a:pPr lvl="1"/>
            <a:r>
              <a:t>3. Modern B777 avionics: integration and automation.</a:t>
            </a:r>
          </a:p>
        </p:txBody>
      </p:sp>
    </p:spTree>
  </p:cSld>
  <p:transition spd="med">
    <p:wip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