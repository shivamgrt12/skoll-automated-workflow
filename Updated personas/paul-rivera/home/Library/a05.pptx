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Georgia"/>
              </a:defRPr>
            </a:pPr>
            <a:r>
              <a:t>Sedona &amp; Grand Canyon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AE6D2"/>
                </a:solidFill>
              </a:defRPr>
            </a:pPr>
            <a:r>
              <a:t>Travel Itinerary &amp; Logistics</a:t>
            </a:r>
          </a:p>
          <a:p>
            <a:r>
              <a:t>Oct 2026</a:t>
            </a:r>
          </a:p>
        </p:txBody>
      </p:sp>
    </p:spTree>
  </p:cSld>
  <p:transition spd="med">
    <p:push dir="u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45309"/>
                </a:solidFill>
              </a:defRPr>
            </a:pPr>
            <a:r>
              <a:t>Base Camp: Red Rock Lodge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1-3 Logistics:</a:t>
            </a:r>
          </a:p>
          <a:p>
            <a:pPr lvl="1"/>
            <a:r>
              <a:t>Arrival and check-in by 15:00.</a:t>
            </a:r>
          </a:p>
          <a:p>
            <a:pPr lvl="1"/>
            <a:r>
              <a:t>Hike: Airport Mesa Vortex (Morning).</a:t>
            </a:r>
          </a:p>
          <a:p>
            <a:pPr lvl="1"/>
            <a:r>
              <a:t>Dining: Elote Cafe (Reservations confirmed).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