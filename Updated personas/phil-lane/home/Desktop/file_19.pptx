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4EC"/>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3A4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B2412E"/>
                </a:solidFill>
                <a:latin typeface="Calibri"/>
              </a:rPr>
              <a:t>THE BACK GARDEN AND THE KITCHEN</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A Year of Tomatoes, Herbs, and Banana Bread</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35392C"/>
                </a:solidFill>
                <a:latin typeface="Calibri"/>
              </a:rPr>
              <a:t>The vegetable bed out back and the baking that follows it, season by season</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86866E"/>
                </a:solidFill>
                <a:latin typeface="Calibri"/>
              </a:rPr>
              <a:t>Phil Lane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4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Growing Season, May to September</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4A2A"/>
                </a:solidFill>
                <a:latin typeface="Calibri"/>
              </a:rPr>
              <a:t>What goes in the ground</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5392C"/>
                </a:solidFill>
                <a:latin typeface="Calibri"/>
              </a:rPr>
              <a:t>Tomatoes first against the shed wall for the warmth, then herbs along the path, then snap peas on the back fence. A small bed, worked by hand, no machines, the same three favorites every year.</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4A2A"/>
                </a:solidFill>
                <a:latin typeface="Calibri"/>
              </a:rPr>
              <a:t>The daily tending</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5392C"/>
                </a:solidFill>
                <a:latin typeface="Calibri"/>
              </a:rPr>
              <a:t>Water in the early morning before the inn shift, never the heat of midday. Pinch the suckers off the tomatoes through July. Snap peas come off the vine the moment they are ready or they turn tough.</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4A2A"/>
                </a:solidFill>
                <a:latin typeface="Calibri"/>
              </a:rPr>
              <a:t>What the small bed gives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5392C"/>
                </a:solidFill>
                <a:latin typeface="Calibri"/>
              </a:rPr>
              <a:t>Enough tomatoes for a month of sandwiches and a few jars put by. Herbs for the whole cooking year. Snap peas eaten standing at the fence, mostly, which is the right way to eat a snap pea.</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4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From the Bed to the Table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4A2A"/>
                </a:solidFill>
                <a:latin typeface="Calibri"/>
              </a:rPr>
              <a:t>The everyday cooking</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5392C"/>
                </a:solidFill>
                <a:latin typeface="Calibri"/>
              </a:rPr>
              <a:t>Red meat once a week at most, on Dr. Pratt's advice, and one glass of Pinot Grigio with dinner, never more. The garden carries the rest: simple, fresh, and cooked the same dependable way each time.</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4A2A"/>
                </a:solidFill>
                <a:latin typeface="Calibri"/>
              </a:rPr>
              <a:t>The baking rotation</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5392C"/>
                </a:solidFill>
                <a:latin typeface="Calibri"/>
              </a:rPr>
              <a:t>Banana bread when the mood and the ripe bananas line up. Corn muffins on a slow morning. The occasional pie when company is coming. Nothing fancy, just the things that turn out right every time.</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4A2A"/>
                </a:solidFill>
                <a:latin typeface="Calibri"/>
              </a:rPr>
              <a:t>Putting some by</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5392C"/>
                </a:solidFill>
                <a:latin typeface="Calibri"/>
              </a:rPr>
              <a:t>A few jars of tomatoes and a frozen tray of herbs carry the garden into winter. Not a pantry wall, just enough to taste August in February when the snow is high and the bed is under it.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4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Cold Months, October to April</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4A2A"/>
                </a:solidFill>
                <a:latin typeface="Calibri"/>
              </a:rPr>
              <a:t>When the bed sleeps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5392C"/>
                </a:solidFill>
                <a:latin typeface="Calibri"/>
              </a:rPr>
              <a:t>The garden goes quiet by October. The work moves indoors to the quilt frame and the kitchen. Corn chowder every other weekend, banana bread when the mood strikes, the porch light on for the dark afternoons.</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4A2A"/>
                </a:solidFill>
                <a:latin typeface="Calibri"/>
              </a:rPr>
              <a:t>The quilting project</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5392C"/>
                </a:solidFill>
                <a:latin typeface="Calibri"/>
              </a:rPr>
              <a:t>The current quilt started in January and is nearly halfway done by the quiet evening hour before bed. Hand-pieced, no rush. A quilt is finished when it is finished, not before, and that suits the season.</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B2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4A2A"/>
                </a:solidFill>
                <a:latin typeface="Calibri"/>
              </a:rPr>
              <a:t>Reading by the lamp</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5392C"/>
                </a:solidFill>
                <a:latin typeface="Calibri"/>
              </a:rPr>
              <a:t>Historical fiction and cozy mysteries from the library, returned on Thursdays. Currently The Orchard Keeper's Wife by Margaret Hollis. Classic country or folk low on the kitchen radio while the chowder simmers.</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4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Planning the Next Bed</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4A2A"/>
                </a:solidFill>
                <a:latin typeface="Calibri"/>
              </a:rPr>
              <a:t>What worked this year</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5392C"/>
                </a:solidFill>
                <a:latin typeface="Calibri"/>
              </a:rPr>
              <a:t>The tomatoes against the warm shed wall did best, as they always do. The herbs along the path were easy to reach with a knife mid-cooking. The snap peas climbed the fence with almost no help at all.</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4A2A"/>
                </a:solidFill>
                <a:latin typeface="Calibri"/>
              </a:rPr>
              <a:t>A small change to try</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5392C"/>
                </a:solidFill>
                <a:latin typeface="Calibri"/>
              </a:rPr>
              <a:t>Move the snap peas a foot further from the tomatoes next year so neither shades the other in high summer. Add one more herb, maybe thyme, in the warm corner. Keep everything else exactly as it is.</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B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4A2A"/>
                </a:solidFill>
                <a:latin typeface="Calibri"/>
              </a:rPr>
              <a:t>The honest scope</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5392C"/>
                </a:solidFill>
                <a:latin typeface="Calibri"/>
              </a:rPr>
              <a:t>It stays a small bed, worked alone, by hand, before and after the inn shifts. The point is not a bigger harvest. The point is the half hour outside, the dirt, and the tomato that tastes like August.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Year of Tomatoes, Herbs, and Banana Bread</dc:title>
  <dc:subject/>
  <dc:creator>Phil Lane</dc:creator>
  <cp:keywords/>
  <dc:description>generated using </dc:description>
  <cp:lastModifiedBy>Phil Lane</cp:lastModifiedBy>
  <cp:revision>1</cp:revision>
  <dcterms:created xsi:type="dcterms:W3CDTF">2026-02-12T10:00:00Z</dcterms:created>
  <dcterms:modified xsi:type="dcterms:W3CDTF">2026-02-12T10:00:00Z</dcterms:modified>
  <cp:category/>
</cp:coreProperties>
</file>