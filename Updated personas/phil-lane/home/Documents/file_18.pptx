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2F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108960"/>
            <a:ext cx="2743200" cy="2743200"/>
          </a:xfrm>
          <a:prstGeom prst="ellipse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120640"/>
            <a:ext cx="1463040" cy="1463040"/>
          </a:xfrm>
          <a:prstGeom prst="ellipse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06A4A"/>
                </a:solidFill>
                <a:latin typeface="Calibri"/>
              </a:rPr>
              <a:t>127 ELM HOLLOW 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Keeping the House and the Books in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2382F"/>
                </a:solidFill>
                <a:latin typeface="Calibri"/>
              </a:rPr>
              <a:t>A plain plan for the cape on Elm Hollow, the budget, and the year's upkeep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E8A7C"/>
                </a:solidFill>
                <a:latin typeface="Calibri"/>
              </a:rPr>
              <a:t>Phil Lane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Monthly Money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What comes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Take-home is about 2,900 dollars a month from the inn. Salary is 42,000 a year. A little in holiday tips from long-stay guests, 300 to 500 dollars across the whole year, never counted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What goes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Fixed outflow runs about 1,730 dollars: escrow 380, utilities 310, groceries 320, auto insurance 95, gas 80, phone 45, health 220, meds 55, tithe 80, dining 60, and 85 for the unexpected small things.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What is 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That leaves roughly 1,170 dollars a month for savings and surprises. No mortgage, no car payment, no debt. The cushion is the whole point, so a furnace year does not become a crisis year.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Savings Ladder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The day-to-day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About 4,800 dollars in checking and 12,500 in savings at the credit union. Enough to cover a slow month and a repair in the same week without moving anything that should stay 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The CD ladder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About 100,000 dollars across three certificates at the credit union, maturing on a schedule through 2027. Each one rolls or comes due in turn, so a chunk is always near and the rest keeps earning.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The retirement 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About 95,000 dollars in a rolled-over IRA. Colleen helped set it up. It stays untouched and unwatched, the way it should be, until it is genuinely needed years from now.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House, Built 1962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What has been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Roof replaced in 2018, furnace in 2020, mortgage paid off in 2021. The big bones are sound. The cape is small, about 1,100 square feet, two bedrooms, one bath, a covered porch, a detached shed.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The watch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The basement window leaks in heavy rain, patched twice by Sam Pereira and likely due a proper fix. Gutters and the furnace get a look each autumn before the cold. The porch camera shows the front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B0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Who to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Sam Pereira for the gutter, the furnace, and the window, fair pricing and call only. Kevin lends a hand on the things one person cannot hold and lift at once. Nothing over 75 dollars without thinking twice.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Year's Steady Rhythm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Each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First of the month, check the bank balance and look back at last month's spending. Last Thursday, the refill check on the two morning and dinner prescriptions. Mid-month, clear the mail and the bills.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Each 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Look at the CD ladder. Check the furnace and the heating-oil status heading toward autumn. A light maintenance pass with Sam if anything is quietly brewing, before it becomes a loud weekend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56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4434"/>
                </a:solidFill>
                <a:latin typeface="Calibri"/>
              </a:rPr>
              <a:t>Toward winter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2382F"/>
                </a:solidFill>
                <a:latin typeface="Calibri"/>
              </a:rPr>
              <a:t>October first, settle the winter heating-oil budget and lock the pre-buy rate before the cold sets in. Keep an eye on the basement window through the wet months. Corn chowder on the cold weekends.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tudio Theme">
  <a:themeElements>
    <a:clrScheme name="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ud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Studio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Studio    Uighur"/>
        <a:font script="Geor" typeface="Sylfaen"/>
      </a:minorFont>
    </a:fontScheme>
    <a:fmtScheme name="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Document Editor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Studio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Keeping the House and the Books in Order</dc:title>
  <dc:subject/>
  <dc:creator>Phil Lane</dc:creator>
  <cp:keywords/>
  <dc:description>generated using </dc:description>
  <cp:lastModifiedBy>Phil Lane</cp:lastModifiedBy>
  <cp:revision>1</cp:revision>
  <dcterms:created xsi:type="dcterms:W3CDTF">2026-02-05T19:00:00Z</dcterms:created>
  <dcterms:modified xsi:type="dcterms:W3CDTF">2026-02-05T19:00:00Z</dcterms:modified>
  <cp:category/>
</cp:coreProperties>
</file>