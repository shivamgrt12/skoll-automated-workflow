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3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A9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3108960"/>
            <a:ext cx="2743200" cy="2743200"/>
          </a:xfrm>
          <a:prstGeom prst="ellipse">
            <a:avLst/>
          </a:prstGeom>
          <a:solidFill>
            <a:srgbClr val="6E8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5120640"/>
            <a:ext cx="1463040" cy="1463040"/>
          </a:xfrm>
          <a:prstGeom prst="ellipse">
            <a:avLst/>
          </a:prstGeom>
          <a:solidFill>
            <a:srgbClr val="A9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9743B"/>
                </a:solidFill>
                <a:latin typeface="Calibri"/>
              </a:rPr>
              <a:t>BIRCHWOOD VALLEY INN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Front Desk Operations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A352E"/>
                </a:solidFill>
                <a:latin typeface="Calibri"/>
              </a:rPr>
              <a:t>How the desk runs, shift to shift, so the next person can step right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8270"/>
                </a:solidFill>
                <a:latin typeface="Calibri"/>
              </a:rPr>
              <a:t>Phil Lane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3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A9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A9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Shift, Start to Finish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A9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4A3E"/>
                </a:solidFill>
                <a:latin typeface="Calibri"/>
              </a:rPr>
              <a:t>Open the morning, 7:00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352E"/>
                </a:solidFill>
                <a:latin typeface="Calibri"/>
              </a:rPr>
              <a:t>Unlock the lobby, pull the night report from the night clerk, and read the arrivals board. Monday adds the 7:15 AM staff meeting. Coffee on for guests by 7:10.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A9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4A3E"/>
                </a:solidFill>
                <a:latin typeface="Calibri"/>
              </a:rPr>
              <a:t>Check-ins from mid-afternoon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352E"/>
                </a:solidFill>
                <a:latin typeface="Calibri"/>
              </a:rPr>
              <a:t>Most rooms are ready by 3:00 PM. Confirm the name, the nights, and any note from the booking, hand over two keys, and point out breakfast hours and the quiet path to the garden.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A9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4A3E"/>
                </a:solidFill>
                <a:latin typeface="Calibri"/>
              </a:rPr>
              <a:t>Close the desk, 3:30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352E"/>
                </a:solidFill>
                <a:latin typeface="Calibri"/>
              </a:rPr>
              <a:t>Hand off the arrivals still pending to the next clerk, leave a written line for anything open, and never leave a guest issue unwritten. The next shift should not have to guess.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3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6E8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6E8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People Who Keep It Moving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6E8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4A3E"/>
                </a:solidFill>
                <a:latin typeface="Calibri"/>
              </a:rPr>
              <a:t>The team on the floor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352E"/>
                </a:solidFill>
                <a:latin typeface="Calibri"/>
              </a:rPr>
              <a:t>Elaine Bradshaw runs the house and signs off on coverage. Nancy Clifford holds the night desk. Amy Soto is training part-time on days. Hector Villamizar leads housekeeping.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6E8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4A3E"/>
                </a:solidFill>
                <a:latin typeface="Calibri"/>
              </a:rPr>
              <a:t>Housekeeping handoff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352E"/>
                </a:solidFill>
                <a:latin typeface="Calibri"/>
              </a:rPr>
              <a:t>Rooms flip after an 11:00 AM checkout. Give Hector the early-arrival list by 9:00 AM so the priority rooms are cleaned first. A late checkout gets written on the board, not remembered.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6E8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4A3E"/>
                </a:solidFill>
                <a:latin typeface="Calibri"/>
              </a:rPr>
              <a:t>Coverage, the honest 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352E"/>
                </a:solidFill>
                <a:latin typeface="Calibri"/>
              </a:rPr>
              <a:t>If a shift needs cover, it goes through Elaine. No quiet swaps. A clerk who trades a Friday night writes it down and tells the desk so nobody walks into an empty chair.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3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A9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A9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When the Weather Turns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A9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4A3E"/>
                </a:solidFill>
                <a:latin typeface="Calibri"/>
              </a:rPr>
              <a:t>Local roads and closures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352E"/>
                </a:solidFill>
                <a:latin typeface="Calibri"/>
              </a:rPr>
              <a:t>Heavy rain backs up the river road; ice closes the hill to the conference wing first. Tell guests the long way around before they ask. Keep the parking lot salted by the side door.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A9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4A3E"/>
                </a:solidFill>
                <a:latin typeface="Calibri"/>
              </a:rPr>
              <a:t>The conference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352E"/>
                </a:solidFill>
                <a:latin typeface="Calibri"/>
              </a:rPr>
              <a:t>Small meetings of twelve to twenty book the back room. Set water and the screen the night before, count chairs at 7:00 AM, and flag any AV trouble to Elaine early, not at 8:55.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A9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4A3E"/>
                </a:solidFill>
                <a:latin typeface="Calibri"/>
              </a:rPr>
              <a:t>A guest who is stuck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352E"/>
                </a:solidFill>
                <a:latin typeface="Calibri"/>
              </a:rPr>
              <a:t>Storm holds someone an extra night, check the board for the room, quote the nightly rate plainly, and write the extension. Point them to a warm lunch in town and the library reading room.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3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6E8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6E8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Good Looks Like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6E8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4A3E"/>
                </a:solidFill>
                <a:latin typeface="Calibri"/>
              </a:rPr>
              <a:t>Reliability over flourish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352E"/>
                </a:solidFill>
                <a:latin typeface="Calibri"/>
              </a:rPr>
              <a:t>Thirty years at a front desk taught one thing: show up, do what you said, write it down. A guest remembers the clerk who fixed the heat at 9:00 PM, not the one who smiled the widest.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6E8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4A3E"/>
                </a:solidFill>
                <a:latin typeface="Calibri"/>
              </a:rPr>
              <a:t>The handover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352E"/>
                </a:solidFill>
                <a:latin typeface="Calibri"/>
              </a:rPr>
              <a:t>Every shift ends with three lines: what is still open, who is arriving late, and anything a guest asked twice. The night desk should never have to call the morning to catch 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6E8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C4A3E"/>
                </a:solidFill>
                <a:latin typeface="Calibri"/>
              </a:rPr>
              <a:t>Training Amy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352E"/>
                </a:solidFill>
                <a:latin typeface="Calibri"/>
              </a:rPr>
              <a:t>Walk her through one full check-in, then watch her run the next. Correct quietly, once, at the desk. By the summer season she should handle a full afternoon of arrivals on her own.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Studio Theme">
  <a:themeElements>
    <a:clrScheme name="Stud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ud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Studio    Yi Baiti"/>
        <a:font script="Tibt" typeface="Studio   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Studio   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Studio    Yi Baiti"/>
        <a:font script="Tibt" typeface="Studio   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Studio    Uighur"/>
        <a:font script="Geor" typeface="Sylfaen"/>
      </a:minorFont>
    </a:fontScheme>
    <a:fmtScheme name="Stud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Document Editor</Application>
  <PresentationFormat>On-screen Show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Studio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 Desk Operations Notebook</dc:title>
  <dc:subject/>
  <dc:creator>Phil Lane</dc:creator>
  <cp:keywords/>
  <dc:description>generated using </dc:description>
  <cp:lastModifiedBy>Phil Lane</cp:lastModifiedBy>
  <cp:revision>1</cp:revision>
  <dcterms:created xsi:type="dcterms:W3CDTF">2026-01-22T09:30:00Z</dcterms:created>
  <dcterms:modified xsi:type="dcterms:W3CDTF">2026-01-22T09:30:00Z</dcterms:modified>
  <cp:category/>
</cp:coreProperties>
</file>