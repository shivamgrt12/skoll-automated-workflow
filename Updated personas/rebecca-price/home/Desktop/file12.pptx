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weekly listeners</c:v>
                </c:pt>
              </c:strCache>
            </c:strRef>
          </c:tx>
          <c:spPr>
            <a:solidFill>
              <a:srgbClr val="E8B23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</c:v>
                </c:pt>
                <c:pt idx="1">
                  <c:v>9400</c:v>
                </c:pt>
                <c:pt idx="2">
                  <c:v>10600</c:v>
                </c:pt>
                <c:pt idx="3">
                  <c:v>11800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FC2C0"/>
            </a:solidFill>
          </a:ln>
        </c:spPr>
        <c:txPr>
          <a:bodyPr/>
          <a:lstStyle/>
          <a:p>
            <a:pPr>
              <a:defRPr sz="1100">
                <a:solidFill>
                  <a:srgbClr val="9FC2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9FC2C0"/>
            </a:solidFill>
          </a:ln>
        </c:spPr>
        <c:txPr>
          <a:bodyPr/>
          <a:lstStyle/>
          <a:p>
            <a:pPr>
              <a:defRPr sz="1100">
                <a:solidFill>
                  <a:srgbClr val="9FC2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E8B23A"/>
              </a:solidFill>
            </c:spPr>
          </c:dPt>
          <c:dPt>
            <c:idx val="1"/>
            <c:spPr>
              <a:solidFill>
                <a:srgbClr val="6FB7B2"/>
              </a:solidFill>
            </c:spPr>
          </c:dPt>
          <c:dPt>
            <c:idx val="2"/>
            <c:spPr>
              <a:solidFill>
                <a:srgbClr val="C0772E"/>
              </a:solidFill>
            </c:spPr>
          </c:dPt>
          <c:cat>
            <c:strRef>
              <c:f>Sheet1!$A$2:$A$4</c:f>
              <c:strCache>
                <c:ptCount val="3"/>
                <c:pt idx="0">
                  <c:v>Live AM broadcast</c:v>
                </c:pt>
                <c:pt idx="1">
                  <c:v>Online stream</c:v>
                </c:pt>
                <c:pt idx="2">
                  <c:v>Saturday rebroadcast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27</c:v>
                </c:pt>
                <c:pt idx="2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solidFill>
                <a:srgbClr val="F2EFE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2194560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2EFE6"/>
                </a:solidFill>
                <a:latin typeface="Calibri"/>
              </a:rPr>
              <a:t>Morning Reflections with Rebecca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9FC2C0"/>
                </a:solidFill>
                <a:latin typeface="Calibri"/>
              </a:rPr>
              <a:t>Sponsorship Partnership Overview  ·  WGSP 1490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C2C0"/>
                </a:solidFill>
                <a:latin typeface="Calibri"/>
              </a:rPr>
              <a:t>Saturdays 7:00 to 9:00 AM Central  ·  Memphis, Tennessee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8B23A"/>
                </a:solidFill>
                <a:latin typeface="Calibri"/>
              </a:rPr>
              <a:t>Who we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&gt; A weekly two-hour live broadcast of music, devotion, and conversation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&gt; Estimated 8,000 to 12,000 weekly listeners across the Memphis metro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&gt; Families, churchgoers, caregivers, and small-business owners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&gt; Hosted by a Board Certified Hospital Chaplain trusted across the city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&gt; A companion newsletter and social channels extend every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554480"/>
            <a:ext cx="3383280" cy="1188720"/>
          </a:xfrm>
          <a:prstGeom prst="round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27632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8B23A"/>
                </a:solidFill>
                <a:latin typeface="Calibri"/>
              </a:rPr>
              <a:t>8K-12K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C2C0"/>
                </a:solidFill>
                <a:latin typeface="Calibri"/>
              </a:rPr>
              <a:t>weekly listeners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971800"/>
            <a:ext cx="3383280" cy="1188720"/>
          </a:xfrm>
          <a:prstGeom prst="round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3044952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8B23A"/>
                </a:solidFill>
                <a:latin typeface="Calibri"/>
              </a:rPr>
              <a:t>2 hrs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C2C0"/>
                </a:solidFill>
                <a:latin typeface="Calibri"/>
              </a:rPr>
              <a:t>live every Saturday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389120"/>
            <a:ext cx="3383280" cy="1188720"/>
          </a:xfrm>
          <a:prstGeom prst="round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4462272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8B23A"/>
                </a:solidFill>
                <a:latin typeface="Calibri"/>
              </a:rPr>
              <a:t>3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C2C0"/>
                </a:solidFill>
                <a:latin typeface="Calibri"/>
              </a:rPr>
              <a:t>local partners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8B23A"/>
                </a:solidFill>
                <a:latin typeface="Calibri"/>
              </a:rPr>
              <a:t>Audience growth,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8B23A"/>
                </a:solidFill>
                <a:latin typeface="Calibri"/>
              </a:rPr>
              <a:t>How the audience listens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21945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FC2C0"/>
                </a:solidFill>
                <a:latin typeface="Calibri"/>
              </a:rPr>
              <a:t>Most still tune in live on AM,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FC2C0"/>
                </a:solidFill>
                <a:latin typeface="Calibri"/>
              </a:rPr>
              <a:t>and the online stream keeps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FC2C0"/>
                </a:solidFill>
                <a:latin typeface="Calibri"/>
              </a:rPr>
              <a:t>growing with out-of-town family.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8B23A"/>
                </a:solidFill>
                <a:latin typeface="Calibri"/>
              </a:rPr>
              <a:t>Sponsorship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2F33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T="36576" marB="36576">
                    <a:solidFill>
                      <a:srgbClr val="E8B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2F33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T="36576" marB="36576">
                    <a:solidFill>
                      <a:srgbClr val="E8B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2F33"/>
                          </a:solidFill>
                          <a:latin typeface="Calibri"/>
                        </a:rPr>
                        <a:t>On-air mentions</a:t>
                      </a:r>
                    </a:p>
                  </a:txBody>
                  <a:tcPr marL="73152" marT="36576" marB="36576">
                    <a:solidFill>
                      <a:srgbClr val="E8B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2F33"/>
                          </a:solidFill>
                          <a:latin typeface="Calibri"/>
                        </a:rPr>
                        <a:t>Newsletter</a:t>
                      </a:r>
                    </a:p>
                  </a:txBody>
                  <a:tcPr marL="73152" marT="36576" marB="36576">
                    <a:solidFill>
                      <a:srgbClr val="E8B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2F33"/>
                          </a:solidFill>
                          <a:latin typeface="Calibri"/>
                        </a:rPr>
                        <a:t>Annual value</a:t>
                      </a:r>
                    </a:p>
                  </a:txBody>
                  <a:tcPr marL="73152" marT="36576" marB="36576">
                    <a:solidFill>
                      <a:srgbClr val="E8B2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$175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2 per broadcast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Banner + link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$2,100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 marL="73152" marT="36576" marB="36576">
                    <a:solidFill>
                      <a:srgbClr val="1647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$125</a:t>
                      </a:r>
                    </a:p>
                  </a:txBody>
                  <a:tcPr marL="73152" marT="36576" marB="36576">
                    <a:solidFill>
                      <a:srgbClr val="1647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1 per broadcast</a:t>
                      </a:r>
                    </a:p>
                  </a:txBody>
                  <a:tcPr marL="73152" marT="36576" marB="36576">
                    <a:solidFill>
                      <a:srgbClr val="1647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Logo listing</a:t>
                      </a:r>
                    </a:p>
                  </a:txBody>
                  <a:tcPr marL="73152" marT="36576" marB="36576">
                    <a:solidFill>
                      <a:srgbClr val="1647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marL="73152" marT="36576" marB="36576">
                    <a:solidFill>
                      <a:srgbClr val="16474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1 rotating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Name listing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EFE6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 marL="73152" marT="36576" marB="36576">
                    <a:solidFill>
                      <a:srgbClr val="123B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FC2C0"/>
                </a:solidFill>
                <a:latin typeface="Calibri"/>
              </a:rPr>
              <a:t>Current partners: Covenant Insurance Group, Mitchell's Flowers, and Bluff City Auto Care.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03120"/>
            <a:ext cx="2194560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2EFE6"/>
                </a:solidFill>
                <a:latin typeface="Calibri"/>
              </a:rPr>
              <a:t>Let us tell your story to Memphis.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FC2C0"/>
                </a:solidFill>
                <a:latin typeface="Calibri"/>
              </a:rPr>
              <a:t>To discuss a partnership, contact the host directly.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8B23A"/>
                </a:solidFill>
                <a:latin typeface="Calibri"/>
              </a:rPr>
              <a:t>rebecca.price@Finthesiss.ai  ·  (901) 555-0142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Rebecca Anne Price</dc:creator>
  <cp:keywords/>
  <dc:description>generated using python-pptx</dc:description>
  <cp:lastModifiedBy>Rebecca Anne Price</cp:lastModifiedBy>
  <cp:revision>1</cp:revision>
  <dcterms:created xsi:type="dcterms:W3CDTF">2026-02-12T09:00:00Z</dcterms:created>
  <dcterms:modified xsi:type="dcterms:W3CDTF">2026-02-12T09:00:00Z</dcterms:modified>
  <cp:category/>
</cp:coreProperties>
</file>