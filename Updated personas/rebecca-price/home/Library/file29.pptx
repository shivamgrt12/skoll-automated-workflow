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>
            <a:solidFill>
              <a:srgbClr val="C57B4B"/>
            </a:solidFill>
          </c:spPr>
          <c:cat>
            <c:strRef>
              <c:f>Sheet1!$A$2:$A$7</c:f>
              <c:strCache>
                <c:ptCount val="6"/>
                <c:pt idx="0">
                  <c:v>Diabetes</c:v>
                </c:pt>
                <c:pt idx="1">
                  <c:v>Blood Pressure</c:v>
                </c:pt>
                <c:pt idx="2">
                  <c:v>Vision</c:v>
                </c:pt>
                <c:pt idx="3">
                  <c:v>Lung Health</c:v>
                </c:pt>
                <c:pt idx="4">
                  <c:v>Nutrition</c:v>
                </c:pt>
                <c:pt idx="5">
                  <c:v>Mental Health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64</c:v>
                </c:pt>
                <c:pt idx="2">
                  <c:v>41</c:v>
                </c:pt>
                <c:pt idx="3">
                  <c:v>33</c:v>
                </c:pt>
                <c:pt idx="4">
                  <c:v>52</c:v>
                </c:pt>
                <c:pt idx="5">
                  <c:v>29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1A1E"/>
            </a:solidFill>
          </a:ln>
        </c:spPr>
        <c:txPr>
          <a:bodyPr/>
          <a:lstStyle/>
          <a:p>
            <a:pPr>
              <a:defRPr sz="1100">
                <a:solidFill>
                  <a:srgbClr val="2A1A1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2A1A1E"/>
            </a:solidFill>
          </a:ln>
        </c:spPr>
        <c:txPr>
          <a:bodyPr/>
          <a:lstStyle/>
          <a:p>
            <a:pPr>
              <a:defRPr sz="1100">
                <a:solidFill>
                  <a:srgbClr val="2A1A1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C57B4B"/>
              </a:solidFill>
            </c:spPr>
          </c:dPt>
          <c:dPt>
            <c:idx val="1"/>
            <c:spPr>
              <a:solidFill>
                <a:srgbClr val="7A2230"/>
              </a:solidFill>
            </c:spPr>
          </c:dPt>
          <c:dPt>
            <c:idx val="2"/>
            <c:spPr>
              <a:solidFill>
                <a:srgbClr val="9C8550"/>
              </a:solidFill>
            </c:spPr>
          </c:dPt>
          <c:dPt>
            <c:idx val="3"/>
            <c:spPr>
              <a:solidFill>
                <a:srgbClr val="5E7E6A"/>
              </a:solidFill>
            </c:spPr>
          </c:dPt>
          <c:cat>
            <c:strRef>
              <c:f>Sheet1!$A$2:$A$5</c:f>
              <c:strCache>
                <c:ptCount val="4"/>
                <c:pt idx="0">
                  <c:v>Radio show</c:v>
                </c:pt>
                <c:pt idx="1">
                  <c:v>Church bulletin</c:v>
                </c:pt>
                <c:pt idx="2">
                  <c:v>Neighborhood flyers</c:v>
                </c:pt>
                <c:pt idx="3">
                  <c:v>Word of mouth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31</c:v>
                </c:pt>
                <c:pt idx="2">
                  <c:v>18</c:v>
                </c:pt>
                <c:pt idx="3">
                  <c:v>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>
              <a:solidFill>
                <a:srgbClr val="2A1A1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6F1E7"/>
                </a:solidFill>
                <a:latin typeface="Calibri"/>
              </a:rPr>
              <a:t>Annual Community Health Fair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E7C6A0"/>
                </a:solidFill>
                <a:latin typeface="Calibri"/>
              </a:rPr>
              <a:t>Outcomes Report  ·  Grace Community Church  ·  August 9,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6E4A50"/>
                </a:solidFill>
                <a:latin typeface="Calibri"/>
              </a:rPr>
              <a:t>Free screenings, wellness education, and resource connection for the Mid-South.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2468880" cy="1554480"/>
          </a:xfrm>
          <a:prstGeom prst="roundRect">
            <a:avLst/>
          </a:prstGeom>
          <a:solidFill>
            <a:srgbClr val="EF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48056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7A2230"/>
                </a:solidFill>
                <a:latin typeface="Calibri"/>
              </a:rPr>
              <a:t>240+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4A50"/>
                </a:solidFill>
                <a:latin typeface="Calibri"/>
              </a:rPr>
              <a:t>attendees 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4297680"/>
            <a:ext cx="2468880" cy="1554480"/>
          </a:xfrm>
          <a:prstGeom prst="roundRect">
            <a:avLst/>
          </a:prstGeom>
          <a:solidFill>
            <a:srgbClr val="EF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48056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7A2230"/>
                </a:solidFill>
                <a:latin typeface="Calibri"/>
              </a:rPr>
              <a:t>10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4A50"/>
                </a:solidFill>
                <a:latin typeface="Calibri"/>
              </a:rPr>
              <a:t>exhibitor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2468880" cy="1554480"/>
          </a:xfrm>
          <a:prstGeom prst="roundRect">
            <a:avLst/>
          </a:prstGeom>
          <a:solidFill>
            <a:srgbClr val="EF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48056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7A2230"/>
                </a:solidFill>
                <a:latin typeface="Calibri"/>
              </a:rPr>
              <a:t>4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4A50"/>
                </a:solidFill>
                <a:latin typeface="Calibri"/>
              </a:rPr>
              <a:t>program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297680"/>
            <a:ext cx="2468880" cy="1554480"/>
          </a:xfrm>
          <a:prstGeom prst="roundRect">
            <a:avLst/>
          </a:prstGeom>
          <a:solidFill>
            <a:srgbClr val="EF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448056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7A2230"/>
                </a:solidFill>
                <a:latin typeface="Calibri"/>
              </a:rPr>
              <a:t>12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4A50"/>
                </a:solidFill>
                <a:latin typeface="Calibri"/>
              </a:rPr>
              <a:t>church volunteers</a:t>
            </a:r>
          </a:p>
        </p:txBody>
      </p:sp>
    </p:spTree>
  </p:cSld>
  <p:clrMapOvr>
    <a:masterClrMapping/>
  </p:clrMapOvr>
  <p:transition spd="med">
    <p:diamond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C57B4B"/>
                </a:solidFill>
                <a:latin typeface="Calibri"/>
              </a:rPr>
              <a:t>Visitors by screening table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07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diamond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C57B4B"/>
                </a:solidFill>
                <a:latin typeface="Calibri"/>
              </a:rPr>
              <a:t>How attendees heard about the fair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95360" y="219456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E4A50"/>
                </a:solidFill>
                <a:latin typeface="Calibri"/>
              </a:rPr>
              <a:t>The Saturday broadcast drove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E4A50"/>
                </a:solidFill>
                <a:latin typeface="Calibri"/>
              </a:rPr>
              <a:t>the largest share of turnout,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E4A50"/>
                </a:solidFill>
                <a:latin typeface="Calibri"/>
              </a:rPr>
              <a:t>with the church bulletin close behind.</a:t>
            </a:r>
          </a:p>
        </p:txBody>
      </p:sp>
    </p:spTree>
  </p:cSld>
  <p:clrMapOvr>
    <a:masterClrMapping/>
  </p:clrMapOvr>
  <p:transition spd="med">
    <p:diamond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C57B4B"/>
                </a:solidFill>
                <a:latin typeface="Calibri"/>
              </a:rPr>
              <a:t>Partner organizations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6F1E7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T="36576" marB="36576">
                    <a:solidFill>
                      <a:srgbClr val="7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6F1E7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73152" marT="36576" marB="36576">
                    <a:solidFill>
                      <a:srgbClr val="7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6F1E7"/>
                          </a:solidFill>
                          <a:latin typeface="Calibri"/>
                        </a:rPr>
                        <a:t>Provided</a:t>
                      </a:r>
                    </a:p>
                  </a:txBody>
                  <a:tcPr marL="73152" marT="36576" marB="36576">
                    <a:solidFill>
                      <a:srgbClr val="7A223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Bluff City Medical Center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BP cuffs, glucose meters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T="36576" marB="36576">
                    <a:solidFill>
                      <a:srgbClr val="EFE4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Midtown Family Practice</a:t>
                      </a:r>
                    </a:p>
                  </a:txBody>
                  <a:tcPr marL="73152" marT="36576" marB="36576">
                    <a:solidFill>
                      <a:srgbClr val="EFE4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A1C testing, 30 slots</a:t>
                      </a:r>
                    </a:p>
                  </a:txBody>
                  <a:tcPr marL="73152" marT="36576" marB="36576">
                    <a:solidFill>
                      <a:srgbClr val="EFE4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Memphis Food Bank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Produce samples, recipe cards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T="36576" marB="36576">
                    <a:solidFill>
                      <a:srgbClr val="EFE4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Cooper Eye Care</a:t>
                      </a:r>
                    </a:p>
                  </a:txBody>
                  <a:tcPr marL="73152" marT="36576" marB="36576">
                    <a:solidFill>
                      <a:srgbClr val="EFE4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Vision screening, 20 slots</a:t>
                      </a:r>
                    </a:p>
                  </a:txBody>
                  <a:tcPr marL="73152" marT="36576" marB="36576">
                    <a:solidFill>
                      <a:srgbClr val="EFE4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Bluff City Mental Health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1A1E"/>
                          </a:solidFill>
                          <a:latin typeface="Calibri"/>
                        </a:rPr>
                        <a:t>Stigma reduction, referrals</a:t>
                      </a:r>
                    </a:p>
                  </a:txBody>
                  <a:tcPr marL="73152" marT="36576" marB="36576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diamond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82296"/>
          </a:xfrm>
          <a:prstGeom prst="rect">
            <a:avLst/>
          </a:prstGeom>
          <a:solidFill>
            <a:srgbClr val="C57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7A2230"/>
                </a:solidFill>
                <a:latin typeface="Calibri"/>
              </a:rPr>
              <a:t>With gratitude to every volunteer and partner.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6E4A50"/>
                </a:solidFill>
                <a:latin typeface="Calibri"/>
              </a:rPr>
              <a:t>Emceed by Rebecca Price  ·  Coordinated with Deacon Charles Mosley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C57B4B"/>
                </a:solidFill>
                <a:latin typeface="Calibri"/>
              </a:rPr>
              <a:t>Next fair planning begins February 2026.</a:t>
            </a:r>
          </a:p>
        </p:txBody>
      </p:sp>
    </p:spTree>
  </p:cSld>
  <p:clrMapOvr>
    <a:masterClrMapping/>
  </p:clrMapOvr>
  <p:transition spd="med">
    <p:diamond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Rebecca Anne Price</dc:creator>
  <cp:keywords/>
  <dc:description>generated using python-pptx</dc:description>
  <cp:lastModifiedBy>Rebecca Anne Price</cp:lastModifiedBy>
  <cp:revision>1</cp:revision>
  <dcterms:created xsi:type="dcterms:W3CDTF">2026-02-12T09:00:00Z</dcterms:created>
  <dcterms:modified xsi:type="dcterms:W3CDTF">2026-02-12T09:00:00Z</dcterms:modified>
  <cp:category/>
</cp:coreProperties>
</file>