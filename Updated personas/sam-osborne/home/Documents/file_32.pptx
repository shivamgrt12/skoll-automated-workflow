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6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3108960"/>
            <a:ext cx="2743200" cy="2743200"/>
          </a:xfrm>
          <a:prstGeom prst="ellipse">
            <a:avLst/>
          </a:prstGeom>
          <a:solidFill>
            <a:srgbClr val="C2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5120640"/>
            <a:ext cx="1463040" cy="1463040"/>
          </a:xfrm>
          <a:prstGeom prst="ellipse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6FB0"/>
                </a:solidFill>
                <a:latin typeface="Calibri"/>
              </a:rPr>
              <a:t>CRIMINAL INVESTIGATIONS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Carrying a Detective Caseload Without Dropping a Thread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A33"/>
                </a:solidFill>
                <a:latin typeface="Calibri"/>
              </a:rPr>
              <a:t>Field notes on running eight active files across two counties with one partner.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8794"/>
                </a:solidFill>
                <a:latin typeface="Calibri"/>
              </a:rPr>
              <a:t>Sam Osborne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Shape of the Caseload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63B"/>
                </a:solidFill>
                <a:latin typeface="Calibri"/>
              </a:rPr>
              <a:t>Eight active files, two high-priority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A33"/>
                </a:solidFill>
                <a:latin typeface="Calibri"/>
              </a:rPr>
              <a:t>The working board holds eight open investigations at a time, with two flagged high-priority. The count is a living number. It shifts week to week as files close and new ones open.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63B"/>
                </a:solidFill>
                <a:latin typeface="Calibri"/>
              </a:rPr>
              <a:t>Jurisdiction across two counties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A33"/>
                </a:solidFill>
                <a:latin typeface="Calibri"/>
              </a:rPr>
              <a:t>Property crimes, assaults, drug trafficking, missing persons, and the occasional homicide span McKinley and San Juan counties, with major-crimes coordination running through the state bureau.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63B"/>
                </a:solidFill>
                <a:latin typeface="Calibri"/>
              </a:rPr>
              <a:t>Twenty-two years, sixteen as detective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A33"/>
                </a:solidFill>
                <a:latin typeface="Calibri"/>
              </a:rPr>
              <a:t>The work is built on a long tenure: badge 1847, sixteen years in the investigations unit. Pattern recognition across that many files is the real tool, not any single technique.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C2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C2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Daily Discipline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C2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63B"/>
                </a:solidFill>
                <a:latin typeface="Calibri"/>
              </a:rPr>
              <a:t>Read the board before the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A33"/>
                </a:solidFill>
                <a:latin typeface="Calibri"/>
              </a:rPr>
              <a:t>Each morning starts with the dispatch log and a case-board review before anything else moves. Priorities are queued for the day so the urgent file does not get buried under the routine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C2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63B"/>
                </a:solidFill>
                <a:latin typeface="Calibri"/>
              </a:rPr>
              <a:t>Workweek is detective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A33"/>
                </a:solidFill>
                <a:latin typeface="Calibri"/>
              </a:rPr>
              <a:t>Evidence requests, follow-ups, and case-board housekeeping land on Workweek. Tuesday is interviews and field work. Thursday is write-ups and statement reviews. The week has a shape and it holds.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C2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63B"/>
                </a:solidFill>
                <a:latin typeface="Calibri"/>
              </a:rPr>
              <a:t>Mentoring the junior seat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A33"/>
                </a:solidFill>
                <a:latin typeface="Calibri"/>
              </a:rPr>
              <a:t>Partner Eddie Tsosie is eager and occasionally reckless. Part of the job is teaching him to slow down, document cleanly, and keep case detail inside department channels.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Reading the Detail Others Miss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63B"/>
                </a:solidFill>
                <a:latin typeface="Calibri"/>
              </a:rPr>
              <a:t>Inconsistency in a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A33"/>
                </a:solidFill>
                <a:latin typeface="Calibri"/>
              </a:rPr>
              <a:t>The same patience that catches a flaw in a stone setting catches a witness statement that does not line up between two tellings. The contradiction is the lead, not the noise.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63B"/>
                </a:solidFill>
                <a:latin typeface="Calibri"/>
              </a:rPr>
              <a:t>A track in the dust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A33"/>
                </a:solidFill>
                <a:latin typeface="Calibri"/>
              </a:rPr>
              <a:t>Rural fieldcraft carries straight into the work. Terrain reading learned tracking in the Zuni Mountains puts a scene in context that a city detective would walk past.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63B"/>
                </a:solidFill>
                <a:latin typeface="Calibri"/>
              </a:rPr>
              <a:t>Patience as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A33"/>
                </a:solidFill>
                <a:latin typeface="Calibri"/>
              </a:rPr>
              <a:t>A twelve-hour stakeout and a three-day silver bracelet get the same steady attention. The case takes the time it takes. Rushing a file is how a detail gets lost.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C2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C2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Walls That Do Not Move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C2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63B"/>
                </a:solidFill>
                <a:latin typeface="Calibri"/>
              </a:rPr>
              <a:t>Case content stays in the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A33"/>
                </a:solidFill>
                <a:latin typeface="Calibri"/>
              </a:rPr>
              <a:t>Operational detail does not leave the secure channel for a colleague's convenience, no matter who is asking. A status note to a supervisor is not the same as warrant content.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C2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63B"/>
                </a:solidFill>
                <a:latin typeface="Calibri"/>
              </a:rPr>
              <a:t>Confirm before contacting new 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A33"/>
                </a:solidFill>
                <a:latin typeface="Calibri"/>
              </a:rPr>
              <a:t>A new witness contact, a new supplier, a new anything gets confirmed first. Cold outreach on a live file is a decision, not a reflex.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C2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63B"/>
                </a:solidFill>
                <a:latin typeface="Calibri"/>
              </a:rPr>
              <a:t>Surface, do not decide 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A33"/>
                </a:solidFill>
                <a:latin typeface="Calibri"/>
              </a:rPr>
              <a:t>Anything that touches family, health, or money outside the authorised circle stops and gets surfaced. When in doubt, share less and ask first.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Studio Theme">
  <a:themeElements>
    <a:clrScheme name="Stud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ud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Studio    Yi Baiti"/>
        <a:font script="Tibt" typeface="Studio   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Studio   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Studio    Yi Baiti"/>
        <a:font script="Tibt" typeface="Studio   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Studio    Uighur"/>
        <a:font script="Geor" typeface="Sylfaen"/>
      </a:minorFont>
    </a:fontScheme>
    <a:fmtScheme name="Stud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Document Editor</Application>
  <PresentationFormat>On-screen Show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Studio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Carrying a Detective Caseload Without Dropping a Thread</dc:title>
  <dc:subject/>
  <dc:creator>Sam Osborne</dc:creator>
  <cp:keywords/>
  <dc:description>generated using </dc:description>
  <cp:lastModifiedBy>Sam Osborne</cp:lastModifiedBy>
  <cp:revision>1</cp:revision>
  <dcterms:created xsi:type="dcterms:W3CDTF">2025-12-09T08:15:00Z</dcterms:created>
  <dcterms:modified xsi:type="dcterms:W3CDTF">2025-12-09T08:15:00Z</dcterms:modified>
  <cp:category/>
</cp:coreProperties>
</file>