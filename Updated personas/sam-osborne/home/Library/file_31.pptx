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3108960"/>
            <a:ext cx="2743200" cy="2743200"/>
          </a:xfrm>
          <a:prstGeom prst="ellipse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120640"/>
            <a:ext cx="1463040" cy="146304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B8B"/>
                </a:solidFill>
                <a:latin typeface="Calibri"/>
              </a:rPr>
              <a:t>OSBORNE METALWORKS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Studio Operations and the Commission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4302A"/>
                </a:solidFill>
                <a:latin typeface="Calibri"/>
              </a:rPr>
              <a:t>How a one-bench sterling and stone studio runs from rough stone to shipped piece.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A8270"/>
                </a:solidFill>
                <a:latin typeface="Calibri"/>
              </a:rPr>
              <a:t>Sam Osborne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Bench Produces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Heavy sterling cuff bracelets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The core line. Hand-formed heavy-gauge sterling with a hand-cut Southwestern stone. Price band runs 400 to 800 dollars depending on stone and stamp work. Most months one or two leave the bench.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Bolo 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Braided leather with a cast or fabricated sterling slide. Price band 250 to 500 dollars. Lower material cost than a cuff, faster turnaround, steady seller through the galleries.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Belt buckles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The top of the line. Fabricated sterling with overlay and a set stone, 600 to 1,200 dollars. Slow to build, two to three weeks each, usually a named commission rather than stock.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Rough Stone to Finished Piece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Stone selection and the 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Rough comes in from Rio Grande Jewelry Supply or off a flea-market table. Each stone is cut and shaped to a cabochon on the bench, then matched to a sketch before any silver is touched.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Fabrication at the torch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Sheet and wire cut, formed, and soldered under the ventilation hood. The torch and tumbler do the heavy work. A cuff is roughly a three-day build once the stone is ready.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Finish, stamp, and patina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Hand stamps, oxidation, then tumble and hand-polish. The maker's mark goes on last. Every piece is photographed for the listing before it ships.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the Work Sells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Gallery consignment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Turquoise Trail Gallery in Santa Fe, run by Angela Ruiz, carries the higher pieces. Red Earth Gallery in Sedona takes the seasonal inventory ship. Mentor Thomas Kee opened both doors.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Direct and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The studio shop holds six active listings and averages three to five sales a month at roughly 450 dollars each. Direct commissions come through word of mouth and the studio social account.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Fairs and the flea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The Gallup Arts and Crafts Fair booth in mid-July is the year's big table. First Saturday of each month means the Gallup Flea Market for selling and buying rough.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292608"/>
            <a:ext cx="603504" cy="603504"/>
          </a:xfrm>
          <a:prstGeom prst="ellipse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Numbers Behind the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28016" cy="1447800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Annual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The studio runs about 18,000 dollars a year across galleries, the online shop, and direct commissions. It is a second income, not the mortgage payment, and it is run that 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088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30880"/>
            <a:ext cx="128016" cy="1447800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40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Spend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33799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Any studio purchase over 300 dollars gets a second look before it is committed. Silver price swings move the material budget more than anything else on the bench.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61560"/>
            <a:ext cx="1115568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61560"/>
            <a:ext cx="128016" cy="1447800"/>
          </a:xfrm>
          <a:prstGeom prst="rect">
            <a:avLst/>
          </a:prstGeom>
          <a:solidFill>
            <a:srgbClr val="C9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7128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3D"/>
                </a:solidFill>
                <a:latin typeface="Calibri"/>
              </a:rPr>
              <a:t>Bookkeeping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4480"/>
            <a:ext cx="10607040" cy="85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4302A"/>
                </a:solidFill>
                <a:latin typeface="Calibri"/>
              </a:rPr>
              <a:t>A quarterly Schedule C bookkeeping pass keeps revenue and materials cost current ahead of the April filing. The commission tracker and shipping log carry the working detail.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Studio Theme">
  <a:themeElements>
    <a:clrScheme name="Stud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ud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Studio   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Studio    Yi Baiti"/>
        <a:font script="Tibt" typeface="Studio   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Studio    Uighur"/>
        <a:font script="Geor" typeface="Sylfaen"/>
      </a:minorFont>
    </a:fontScheme>
    <a:fmtScheme name="Stud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Document Editor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Studio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 Operations and the Commission Pipeline</dc:title>
  <dc:subject/>
  <dc:creator>Sam Osborne</dc:creator>
  <cp:keywords/>
  <dc:description>generated using </dc:description>
  <cp:lastModifiedBy>Sam Osborne</cp:lastModifiedBy>
  <cp:revision>1</cp:revision>
  <dcterms:created xsi:type="dcterms:W3CDTF">2025-11-18T09:30:00Z</dcterms:created>
  <dcterms:modified xsi:type="dcterms:W3CDTF">2025-11-18T09:30:00Z</dcterms:modified>
  <cp:category/>
</cp:coreProperties>
</file>