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Batting Average (x1000)</c:v>
                </c:pt>
              </c:strCache>
            </c:strRef>
          </c:tx>
          <c:spPr>
            <a:solidFill>
              <a:srgbClr val="6B1A1A"/>
            </a:solidFill>
          </c:spPr>
          <c:cat>
            <c:strRef>
              <c:f>Sheet1!$A$2:$A$11</c:f>
              <c:strCache>
                <c:ptCount val="10"/>
                <c:pt idx="0">
                  <c:v>Robinson</c:v>
                </c:pt>
                <c:pt idx="1">
                  <c:v>Okafor</c:v>
                </c:pt>
                <c:pt idx="2">
                  <c:v>Mendez</c:v>
                </c:pt>
                <c:pt idx="3">
                  <c:v>Lawson</c:v>
                </c:pt>
                <c:pt idx="4">
                  <c:v>Whitfield</c:v>
                </c:pt>
                <c:pt idx="5">
                  <c:v>M.Dawson</c:v>
                </c:pt>
                <c:pt idx="6">
                  <c:v>Bishop</c:v>
                </c:pt>
                <c:pt idx="7">
                  <c:v>Sanders</c:v>
                </c:pt>
                <c:pt idx="8">
                  <c:v>Carter</c:v>
                </c:pt>
                <c:pt idx="9">
                  <c:v>Brooks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404</c:v>
                </c:pt>
                <c:pt idx="1">
                  <c:v>367</c:v>
                </c:pt>
                <c:pt idx="2">
                  <c:v>353</c:v>
                </c:pt>
                <c:pt idx="3">
                  <c:v>354</c:v>
                </c:pt>
                <c:pt idx="4">
                  <c:v>341</c:v>
                </c:pt>
                <c:pt idx="5">
                  <c:v>355</c:v>
                </c:pt>
                <c:pt idx="6">
                  <c:v>320</c:v>
                </c:pt>
                <c:pt idx="7">
                  <c:v>293</c:v>
                </c:pt>
                <c:pt idx="8">
                  <c:v>289</c:v>
                </c:pt>
                <c:pt idx="9">
                  <c:v>273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Amount (USD)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League Registration</c:v>
                </c:pt>
                <c:pt idx="1">
                  <c:v>Field Permit</c:v>
                </c:pt>
                <c:pt idx="2">
                  <c:v>Umpire Assessment</c:v>
                </c:pt>
                <c:pt idx="3">
                  <c:v>Jerseys</c:v>
                </c:pt>
                <c:pt idx="4">
                  <c:v>Equipment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425</c:v>
                </c:pt>
                <c:pt idx="1">
                  <c:v>120</c:v>
                </c:pt>
                <c:pt idx="2">
                  <c:v>180</c:v>
                </c:pt>
                <c:pt idx="3">
                  <c:v>240</c:v>
                </c:pt>
                <c:pt idx="4">
                  <c:v>160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91440"/>
            <a:ext cx="91440" cy="667512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84B"/>
                </a:solidFill>
              </a:rPr>
              <a:t>WESTSIDE WOLVERINES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412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2025 Season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C0C0"/>
                </a:solidFill>
              </a:rPr>
              <a:t>Detroit Metro Parks League - Coed Recreational Division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290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84B"/>
                </a:solidFill>
              </a:rPr>
              <a:t>Head Coach: Shawn Dawson | Assistant: Raymond Okafor | Home: Rouge Park, Diamond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Season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4B"/>
                </a:solidFill>
              </a:rPr>
              <a:t>Final numbers from the 2025 campaign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84B"/>
                </a:solidFill>
              </a:rPr>
              <a:t>Westside Wolverines 2025 Season Review | Detroit Metro Parks League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874519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1874519" cy="64008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075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Games Played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6B1A1A"/>
                </a:solidFill>
              </a:rPr>
              <a:t>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188720"/>
            <a:ext cx="1874519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440" y="1188720"/>
            <a:ext cx="1874519" cy="64008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13075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Team Batting Avg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1691640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6B1A1A"/>
                </a:solidFill>
              </a:rPr>
              <a:t>.338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188720"/>
            <a:ext cx="1874519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188720"/>
            <a:ext cx="1874519" cy="64008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3075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Total Hits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691640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6B1A1A"/>
                </a:solidFill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1188720"/>
            <a:ext cx="1874519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6560" y="1188720"/>
            <a:ext cx="1874519" cy="64008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3075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Total Runs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691640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6B1A1A"/>
                </a:solidFill>
              </a:rPr>
              <a:t>108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291840"/>
            <a:ext cx="1874519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291840"/>
            <a:ext cx="1874519" cy="64008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41071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RBI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794760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6B1A1A"/>
                </a:solidFill>
              </a:rPr>
              <a:t>120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3291840"/>
            <a:ext cx="1874519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77440" y="3291840"/>
            <a:ext cx="1874519" cy="64008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341071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On Base Pct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3794760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6B1A1A"/>
                </a:solidFill>
              </a:rPr>
              <a:t>.402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291840"/>
            <a:ext cx="1874519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3291840"/>
            <a:ext cx="1874519" cy="64008"/>
          </a:xfrm>
          <a:prstGeom prst="rect">
            <a:avLst/>
          </a:prstGeom>
          <a:solidFill>
            <a:srgbClr val="27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341071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Best Avg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794760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27A05A"/>
                </a:solidFill>
              </a:rPr>
              <a:t>.404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3291840"/>
            <a:ext cx="1874519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66560" y="3291840"/>
            <a:ext cx="1874519" cy="64008"/>
          </a:xfrm>
          <a:prstGeom prst="rect">
            <a:avLst/>
          </a:prstGeom>
          <a:solidFill>
            <a:srgbClr val="27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341071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Most RBI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794760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27A05A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Team Batting Averages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4B"/>
                </a:solidFill>
              </a:rPr>
              <a:t>Individual averages across 2025 season - all 10 players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84B"/>
                </a:solidFill>
              </a:rPr>
              <a:t>Westside Wolverines 2025 Season Review | Detroit Metro Parks League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09728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0" y="1188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1A1A"/>
                </a:solidFill>
              </a:rPr>
              <a:t>2025 Leaders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572768"/>
            <a:ext cx="2926080" cy="347472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53328" y="163677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Batting avg leader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63677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1A1A"/>
                </a:solidFill>
              </a:rPr>
              <a:t>D. Robinson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938528"/>
            <a:ext cx="2926080" cy="347472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20025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On base pct leader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00253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1A1A"/>
                </a:solidFill>
              </a:rPr>
              <a:t>D. Robinson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304288"/>
            <a:ext cx="2926080" cy="347472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53328" y="236829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RBI leader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36829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1A1A"/>
                </a:solidFill>
              </a:rPr>
              <a:t>D. Robinson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670048"/>
            <a:ext cx="2926080" cy="347472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273405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Runs leader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73405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1A1A"/>
                </a:solidFill>
              </a:rPr>
              <a:t>P. Lawson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035808"/>
            <a:ext cx="2926080" cy="347472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53328" y="3099815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Team average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099815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1A1A"/>
                </a:solidFill>
              </a:rPr>
              <a:t>All 10 players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3401568"/>
            <a:ext cx="2926080" cy="347472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53328" y="3465575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Team OBP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465575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1A1A"/>
                </a:solidFill>
              </a:rPr>
              <a:t>All 10 players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3767328"/>
            <a:ext cx="2926080" cy="347472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53328" y="38313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Team hits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83133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1A1A"/>
                </a:solidFill>
              </a:rPr>
              <a:t>10 players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4133088"/>
            <a:ext cx="2926080" cy="347472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53328" y="419709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Team at bats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19709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1A1A"/>
                </a:solidFill>
              </a:rPr>
              <a:t>Full season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Full Roster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4B"/>
                </a:solidFill>
              </a:rPr>
              <a:t>Complete stats for all players - 2025 season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84B"/>
                </a:solidFill>
              </a:rPr>
              <a:t>Westside Wolverines 2025 Season Review | Detroit Metro Parks League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097280"/>
            <a:ext cx="8686800" cy="347472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161288"/>
            <a:ext cx="2560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161288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4248" y="1161288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1161288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1161288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</a:rPr>
              <a:t>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5615" y="1161288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1161288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1161288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</a:rPr>
              <a:t>RBI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7" y="1161288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</a:rPr>
              <a:t>AVG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7" y="1161288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</a:rPr>
              <a:t>OBP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1463040"/>
            <a:ext cx="8686800" cy="384048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545336"/>
            <a:ext cx="2560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1545336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D. Robinson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4248" y="1545336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1B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1545336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1545336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5615" y="1545336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1545336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1545336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1807" y="1545336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.404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7" y="1545336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.468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1856232"/>
            <a:ext cx="8686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1938528"/>
            <a:ext cx="2560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" y="1938528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R. Okafor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84248" y="1938528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8" y="1938528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64408" y="1938528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49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85615" y="1938528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79392" y="1938528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3168" y="1938528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1807" y="1938528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.367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7" y="1938528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.421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" y="2249424"/>
            <a:ext cx="8686800" cy="384048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2331720"/>
            <a:ext cx="2560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" y="2331720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P. Lawson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84248" y="2331720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61488" y="2331720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64408" y="2331720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48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85615" y="2331720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79392" y="2331720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73168" y="2331720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21807" y="2331720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.354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10527" y="2331720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.440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6032" y="2642616"/>
            <a:ext cx="8686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2724912"/>
            <a:ext cx="2560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5216" y="2724912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C. Mendez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84248" y="2724912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CF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61488" y="2724912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64408" y="2724912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51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85615" y="2724912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79392" y="2724912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73168" y="2724912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21807" y="2724912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.353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10527" y="2724912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.410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6032" y="3035808"/>
            <a:ext cx="8686800" cy="384048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3118104"/>
            <a:ext cx="2560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5216" y="3118104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A. Whitfield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84248" y="3118104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3B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61488" y="3118104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64408" y="3118104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44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85615" y="3118104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79392" y="3118104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73168" y="3118104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21807" y="3118104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</a:rPr>
              <a:t>.341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10527" y="3118104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.388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56032" y="3429000"/>
            <a:ext cx="8686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4320" y="3511296"/>
            <a:ext cx="2560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24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5216" y="3511296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M. Dawson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84248" y="3511296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LF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61488" y="3511296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64408" y="3511296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31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785615" y="3511296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79392" y="3511296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73168" y="3511296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21807" y="3511296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.355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10527" y="3511296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.429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56032" y="3822192"/>
            <a:ext cx="8686800" cy="384048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4320" y="3904488"/>
            <a:ext cx="2560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85216" y="3904488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T. Bishop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84248" y="3904488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2B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61488" y="3904488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64408" y="3904488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50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785615" y="3904488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79392" y="3904488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73168" y="3904488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21807" y="3904488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</a:rPr>
              <a:t>.320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10527" y="3904488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.377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56032" y="4215384"/>
            <a:ext cx="8686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4320" y="4297680"/>
            <a:ext cx="2560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18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85216" y="4297680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G. Sanders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984248" y="4297680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RF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61488" y="4297680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264408" y="4297680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41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785615" y="4297680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279392" y="4297680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773168" y="4297680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321807" y="4297680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</a:rPr>
              <a:t>.293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10527" y="4297680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.356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56032" y="4608576"/>
            <a:ext cx="8686800" cy="384048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74320" y="4690872"/>
            <a:ext cx="2560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33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85216" y="4690872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W. Carter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984248" y="4690872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P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61488" y="4690872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264408" y="4690872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45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785615" y="4690872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79392" y="4690872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73168" y="4690872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321807" y="4690872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</a:rPr>
              <a:t>.289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510527" y="4690872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</a:rPr>
              <a:t>.340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56032" y="5001768"/>
            <a:ext cx="8686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74320" y="5084064"/>
            <a:ext cx="2560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85216" y="5084064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E. Brooks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984248" y="5084064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UT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761488" y="5084064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14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264408" y="5084064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33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785615" y="5084064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79392" y="5084064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773168" y="5084064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321807" y="5084064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</a:rPr>
              <a:t>.273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510527" y="5084064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.351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56032" y="5394959"/>
            <a:ext cx="8686800" cy="384048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74320" y="5477255"/>
            <a:ext cx="2560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85216" y="5477255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TEAM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984248" y="5477255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761488" y="5477255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264408" y="5477255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444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785615" y="5477255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150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279392" y="5477255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108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773168" y="5477255"/>
            <a:ext cx="4846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120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321807" y="5477255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.338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510527" y="5477255"/>
            <a:ext cx="1124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.402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Lineup and Strategy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4B"/>
                </a:solidFill>
              </a:rPr>
              <a:t>How the coaching philosophy performed in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84B"/>
                </a:solidFill>
              </a:rPr>
              <a:t>Westside Wolverines 2025 Season Review | Detroit Metro Parks League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303520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1A1A"/>
                </a:solidFill>
              </a:rPr>
              <a:t>Standard Batting Order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" y="1508760"/>
            <a:ext cx="5257800" cy="338328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5727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57276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</a:rPr>
              <a:t>Pete Lawson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5727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5727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.354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" y="1856231"/>
            <a:ext cx="52578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92023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920239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</a:rPr>
              <a:t>Tommy Bishop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192023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92023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.320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" y="2203703"/>
            <a:ext cx="5257800" cy="338328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267711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267711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</a:rPr>
              <a:t>Darnell Robinson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2267711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1B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267711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.404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" y="2551175"/>
            <a:ext cx="52578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615183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615183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</a:rPr>
              <a:t>Carlos Mendez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2615183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CF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2615183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.353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" y="2898647"/>
            <a:ext cx="5257800" cy="338328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2962655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2962655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</a:rPr>
              <a:t>Raymond Okafor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29626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29626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.367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" y="3246119"/>
            <a:ext cx="52578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310127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3310127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</a:rPr>
              <a:t>Andre Whitfield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331012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3B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331012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.341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" y="3593591"/>
            <a:ext cx="5257800" cy="338328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365759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3657599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</a:rPr>
              <a:t>Marcus Dawson*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365759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LF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365759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.355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" y="3941063"/>
            <a:ext cx="52578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0050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0050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</a:rPr>
              <a:t>Greg Sanders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94560" y="40050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RF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0" y="40050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.293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2608" y="4288536"/>
            <a:ext cx="5257800" cy="338328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35254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</a:rP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35254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</a:rPr>
              <a:t>Will Carter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94560" y="43525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17720" y="43525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.289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8" y="4636007"/>
            <a:ext cx="52578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470001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70001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Eddie Brooks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94560" y="47000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>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17720" y="47000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66"/>
                </a:solidFill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49377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66"/>
                </a:solidFill>
              </a:rPr>
              <a:t>* Marcus Dawson slots at 7 when home from Ashvale State University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60720" y="1097280"/>
            <a:ext cx="3108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60720" y="1097280"/>
            <a:ext cx="3108960" cy="64008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0" y="11704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Situational Rules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79008" y="1508760"/>
            <a:ext cx="3063240" cy="804672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43600" y="15636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</a:rPr>
              <a:t>Late and close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0" y="1837943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Pinch run Brooks for Carter at first opportunity. Speed wins late.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79008" y="2386584"/>
            <a:ext cx="3063240" cy="804672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0" y="24414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</a:rPr>
              <a:t>Vs. left-hander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43600" y="27157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Move Sanders up one spot. Nobody sits. Take advantage of the matchup.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79008" y="3264408"/>
            <a:ext cx="3063240" cy="804672"/>
          </a:xfrm>
          <a:prstGeom prst="rect">
            <a:avLst/>
          </a:prstGeom>
          <a:solidFill>
            <a:srgbClr val="F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0" y="33192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</a:rPr>
              <a:t>Double header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0" y="359359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Rest Okafor game 2. Bishop catches. Keep Robinson and Mendez in.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779008" y="4142231"/>
            <a:ext cx="3063240" cy="804672"/>
          </a:xfrm>
          <a:prstGeom prst="rect">
            <a:avLst/>
          </a:prstGeom>
          <a:solidFill>
            <a:srgbClr val="F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943600" y="4197095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</a:rPr>
              <a:t>Marcus available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3600" y="447141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Slots in at 7. Sanders moves to bench. Lineup gets stronger.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779008" y="5020055"/>
            <a:ext cx="3063240" cy="804672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0" y="507491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</a:rPr>
              <a:t>Core philosophy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43600" y="5349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We win on contact and defense. Nobody swings for the fence.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Team Finances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4B"/>
                </a:solidFill>
              </a:rPr>
              <a:t>2025 dues collection and season expenses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84B"/>
                </a:solidFill>
              </a:rPr>
              <a:t>Westside Wolverines 2025 Season Review | Detroit Metro Parks League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097280"/>
          <a:ext cx="41148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0" y="11887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1A1A"/>
                </a:solidFill>
              </a:rPr>
              <a:t>Season Expense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572768"/>
            <a:ext cx="4297680" cy="347472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3677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League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63677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1A1A"/>
                </a:solidFill>
              </a:rPr>
              <a:t>$425.00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63677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7A05A"/>
                </a:solidFill>
              </a:rPr>
              <a:t>Paid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920240"/>
            <a:ext cx="4297680" cy="347472"/>
          </a:xfrm>
          <a:prstGeom prst="rect">
            <a:avLst/>
          </a:prstGeom>
          <a:solidFill>
            <a:srgbClr val="F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98424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Field permit - Rouge Park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98424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1A1A"/>
                </a:solidFill>
              </a:rPr>
              <a:t>$120.00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198424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7A05A"/>
                </a:solidFill>
              </a:rPr>
              <a:t>Paid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2267712"/>
            <a:ext cx="4297680" cy="347472"/>
          </a:xfrm>
          <a:prstGeom prst="rect">
            <a:avLst/>
          </a:prstGeom>
          <a:solidFill>
            <a:srgbClr val="F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33172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Umpire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33172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1A1A"/>
                </a:solidFill>
              </a:rPr>
              <a:t>$180.00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33172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0392B"/>
                </a:solidFill>
              </a:rPr>
              <a:t>Due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615184"/>
            <a:ext cx="4297680" cy="347472"/>
          </a:xfrm>
          <a:prstGeom prst="rect">
            <a:avLst/>
          </a:prstGeom>
          <a:solidFill>
            <a:srgbClr val="F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2679191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Team jerseys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679191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1A1A"/>
                </a:solidFill>
              </a:rPr>
              <a:t>$240.00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679191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7A05A"/>
                </a:solidFill>
              </a:rPr>
              <a:t>Paid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962656"/>
            <a:ext cx="4297680" cy="347472"/>
          </a:xfrm>
          <a:prstGeom prst="rect">
            <a:avLst/>
          </a:prstGeom>
          <a:solidFill>
            <a:srgbClr val="F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026663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Equipment - balls and bats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026663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1A1A"/>
                </a:solidFill>
              </a:rPr>
              <a:t>$160.00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026663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7A05A"/>
                </a:solidFill>
              </a:rPr>
              <a:t>Paid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310127"/>
            <a:ext cx="429768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0" y="3657599"/>
            <a:ext cx="4297680" cy="347472"/>
          </a:xfrm>
          <a:prstGeom prst="rect">
            <a:avLst/>
          </a:prstGeom>
          <a:solidFill>
            <a:srgbClr val="F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721607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</a:rPr>
              <a:t>TOTAL EXPENSES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721607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$1,125.00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3721607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66"/>
                </a:solidFill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5720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1A1A"/>
                </a:solidFill>
              </a:rPr>
              <a:t>Dues Collected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9377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Total dues owed (10 players x $75)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9377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$750.00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523036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Dues collected to 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52303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$725.00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55229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Outstanding (A. Whitfield - partial)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55229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1A1A"/>
                </a:solidFill>
              </a:rPr>
              <a:t>$25.00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Looking Ahead - 2026 Season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4B"/>
                </a:solidFill>
              </a:rPr>
              <a:t>What we carry into the next campaign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84B"/>
                </a:solidFill>
              </a:rPr>
              <a:t>Westside Wolverines 2025 Season Review | Detroit Metro Parks League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8595360" cy="54864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2026 League registration confirmed February 21, 2026 - DMPL-2026-0331 | Rouge Park Diamond 4 | Practices: Tue/Thu 6:30-8:30 PM | Games: Saturday mornings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288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1A1A"/>
                </a:solidFill>
              </a:rPr>
              <a:t>Roster Outlook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2240280"/>
            <a:ext cx="8686800" cy="685800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2951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1A1A"/>
                </a:solidFill>
              </a:rPr>
              <a:t>Robinson, Okafor, Lawson, Mendez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58775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Core four returning. All played full 2025 season. No changes expected.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423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05A"/>
                </a:solidFill>
              </a:rPr>
              <a:t>Confirmed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2990088"/>
            <a:ext cx="8686800" cy="685800"/>
          </a:xfrm>
          <a:prstGeom prst="rect">
            <a:avLst/>
          </a:prstGeom>
          <a:solidFill>
            <a:srgbClr val="F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44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1A1A"/>
                </a:solidFill>
              </a:rPr>
              <a:t>Marcus Dawson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33756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Returns when home from Ashvale State University (kinesiology, junior year).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1729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</a:rPr>
              <a:t>Seasonal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3739896"/>
            <a:ext cx="8686800" cy="685800"/>
          </a:xfrm>
          <a:prstGeom prst="rect">
            <a:avLst/>
          </a:prstGeom>
          <a:solidFill>
            <a:srgbClr val="F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79475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1A1A"/>
                </a:solidFill>
              </a:rPr>
              <a:t>Tommy Bishop, Greg Sanders, Will Carter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08736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All returning. Bishop remains backup catcher for double headers.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9227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05A"/>
                </a:solidFill>
              </a:rPr>
              <a:t>Confirmed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4489704"/>
            <a:ext cx="8686800" cy="685800"/>
          </a:xfrm>
          <a:prstGeom prst="rect">
            <a:avLst/>
          </a:prstGeom>
          <a:solidFill>
            <a:srgbClr val="F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5445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1A1A"/>
                </a:solidFill>
              </a:rPr>
              <a:t>Andre Whitfield, Eddie Brooks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837176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Both returning. Brooks remains primary pinch runner late in games.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67258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05A"/>
                </a:solidFill>
              </a:rPr>
              <a:t>Confirmed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239512"/>
            <a:ext cx="8686800" cy="685800"/>
          </a:xfrm>
          <a:prstGeom prst="rect">
            <a:avLst/>
          </a:prstGeom>
          <a:solidFill>
            <a:srgbClr val="F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2943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1A1A"/>
                </a:solidFill>
              </a:rPr>
              <a:t>Raymond Okafor - coaching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58698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Continues handling all practice drills and logistics as assistant coach.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54223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05A"/>
                </a:solidFill>
              </a:rPr>
              <a:t>Confirmed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Head Coach Notes - Terry Dawson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84B"/>
                </a:solidFill>
              </a:rPr>
              <a:t>What worked, what we build on, and what we sharpen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93408"/>
            <a:ext cx="8778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84B"/>
                </a:solidFill>
              </a:rPr>
              <a:t>Westside Wolverines 2025 Season Review | Detroit Metro Parks League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43000"/>
            <a:ext cx="8686800" cy="347472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161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 worked in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508760"/>
            <a:ext cx="8686800" cy="384048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508760"/>
            <a:ext cx="73152" cy="384048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59105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  Contact-first approach - team average .338 is strong for this division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1901952"/>
            <a:ext cx="8686800" cy="384048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" y="1901952"/>
            <a:ext cx="73152" cy="384048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984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  Top four hitters drove the offense when it mattered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2295144"/>
            <a:ext cx="8686800" cy="384048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2295144"/>
            <a:ext cx="73152" cy="384048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3774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  Defense held up - fewer errors in second half of the season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2688336"/>
            <a:ext cx="8686800" cy="384048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2688336"/>
            <a:ext cx="73152" cy="384048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277063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  The Lawson-Bishop top two gets on base at a .44+ clip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3081528"/>
            <a:ext cx="8686800" cy="384048"/>
          </a:xfrm>
          <a:prstGeom prst="rect">
            <a:avLst/>
          </a:prstGeom>
          <a:solidFill>
            <a:srgbClr val="F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3081528"/>
            <a:ext cx="73152" cy="384048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316382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  Raymond runs a tight practice and players show up ready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3657600"/>
            <a:ext cx="8686800" cy="347472"/>
          </a:xfrm>
          <a:prstGeom prst="rect">
            <a:avLst/>
          </a:prstGeom>
          <a:solidFill>
            <a:srgbClr val="B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7307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Where we sharpen in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4023360"/>
            <a:ext cx="8686800" cy="384048"/>
          </a:xfrm>
          <a:prstGeom prst="rect">
            <a:avLst/>
          </a:prstGeom>
          <a:solidFill>
            <a:srgbClr val="F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4023360"/>
            <a:ext cx="73152" cy="384048"/>
          </a:xfrm>
          <a:prstGeom prst="rect">
            <a:avLst/>
          </a:prstGeom>
          <a:solidFill>
            <a:srgbClr val="B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410565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  Bottom third of the order needs more consistent contact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4416552"/>
            <a:ext cx="8686800" cy="384048"/>
          </a:xfrm>
          <a:prstGeom prst="rect">
            <a:avLst/>
          </a:prstGeom>
          <a:solidFill>
            <a:srgbClr val="F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" y="4416552"/>
            <a:ext cx="73152" cy="384048"/>
          </a:xfrm>
          <a:prstGeom prst="rect">
            <a:avLst/>
          </a:prstGeom>
          <a:solidFill>
            <a:srgbClr val="B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44988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  Umpire assessment still due - get it squared away early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" y="4809744"/>
            <a:ext cx="8686800" cy="384048"/>
          </a:xfrm>
          <a:prstGeom prst="rect">
            <a:avLst/>
          </a:prstGeom>
          <a:solidFill>
            <a:srgbClr val="F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6032" y="4809744"/>
            <a:ext cx="73152" cy="384048"/>
          </a:xfrm>
          <a:prstGeom prst="rect">
            <a:avLst/>
          </a:prstGeom>
          <a:solidFill>
            <a:srgbClr val="B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4892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  Marcus needs consistent reps when school is out to stay sharp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5202936"/>
            <a:ext cx="8686800" cy="384048"/>
          </a:xfrm>
          <a:prstGeom prst="rect">
            <a:avLst/>
          </a:prstGeom>
          <a:solidFill>
            <a:srgbClr val="F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" y="5202936"/>
            <a:ext cx="73152" cy="384048"/>
          </a:xfrm>
          <a:prstGeom prst="rect">
            <a:avLst/>
          </a:prstGeom>
          <a:solidFill>
            <a:srgbClr val="B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528523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  Keep the scorekeeper updating the book in real 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" y="5596128"/>
            <a:ext cx="8686800" cy="384048"/>
          </a:xfrm>
          <a:prstGeom prst="rect">
            <a:avLst/>
          </a:prstGeom>
          <a:solidFill>
            <a:srgbClr val="F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6032" y="5596128"/>
            <a:ext cx="73152" cy="384048"/>
          </a:xfrm>
          <a:prstGeom prst="rect">
            <a:avLst/>
          </a:prstGeom>
          <a:solidFill>
            <a:srgbClr val="B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567842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  Start SMS reminders earlier in the week - day-before is late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8A84B"/>
                </a:solidFill>
              </a:rPr>
              <a:t>End-of-Season Banquet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November 14, 2026 - Rescheduled from September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C0C0"/>
                </a:solidFill>
              </a:rPr>
              <a:t>Full team, families welcome. Details to follow from Coach Dawson.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A84B"/>
                </a:solidFill>
              </a:rPr>
              <a:t>Westside Wolverines - Detroit Metro Parks League - Rouge Park, Diamond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9090"/>
                </a:solidFill>
              </a:rPr>
              <a:t>Head Coach: Shawn Dawson | (313) 555-3920 | shawn.dawson@finthesiss.ai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